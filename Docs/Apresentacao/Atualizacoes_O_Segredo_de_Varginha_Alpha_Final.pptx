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5f8681f64a477d" /><Relationship Type="http://schemas.openxmlformats.org/officeDocument/2006/relationships/extended-properties" Target="/docProps/app.xml" Id="Rfd36fcc221d64072" /><Relationship Type="http://schemas.openxmlformats.org/officeDocument/2006/relationships/officeDocument" Target="/ppt/presentation.xml" Id="R64976261a229486e" /></Relationships>
</file>

<file path=ppt/presentation.xml><?xml version="1.0" encoding="utf-8"?>
<p:presentation xmlns:p="http://schemas.openxmlformats.org/presentationml/2006/main">
  <p:sldMasterIdLst>
    <p:sldMasterId xmlns:r="http://schemas.openxmlformats.org/officeDocument/2006/relationships" id="2147483648" r:id="Re42d78c85ce34554"/>
  </p:sldMasterIdLst>
  <p:notesMasterIdLst>
    <p:notesMasterId xmlns:r="http://schemas.openxmlformats.org/officeDocument/2006/relationships" r:id="R9066c22ba6da47f2"/>
  </p:notesMasterIdLst>
  <p:sldIdLst>
    <p:sldId xmlns:r="http://schemas.openxmlformats.org/officeDocument/2006/relationships" id="256" r:id="R6157337a294248ce"/>
    <p:sldId xmlns:r="http://schemas.openxmlformats.org/officeDocument/2006/relationships" id="257" r:id="R6da08f483b96470d"/>
    <p:sldId xmlns:r="http://schemas.openxmlformats.org/officeDocument/2006/relationships" id="258" r:id="R660a0fd235c740cf"/>
    <p:sldId xmlns:r="http://schemas.openxmlformats.org/officeDocument/2006/relationships" id="259" r:id="Rab18e623ea9f46a4"/>
    <p:sldId xmlns:r="http://schemas.openxmlformats.org/officeDocument/2006/relationships" id="260" r:id="R56a39a52637f4415"/>
    <p:sldId xmlns:r="http://schemas.openxmlformats.org/officeDocument/2006/relationships" id="261" r:id="R4342be123b3b40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6f35cfa8f6435e" /><Relationship Type="http://schemas.openxmlformats.org/officeDocument/2006/relationships/slideMaster" Target="/ppt/slideMasters/slideMaster1.xml" Id="Re42d78c85ce34554" /><Relationship Type="http://schemas.openxmlformats.org/officeDocument/2006/relationships/notesMaster" Target="/ppt/notesMasters/notesMaster1.xml" Id="R9066c22ba6da47f2" /><Relationship Type="http://schemas.openxmlformats.org/officeDocument/2006/relationships/presProps" Target="/ppt/presProps.xml" Id="R09be9e2aab3040ec" /><Relationship Type="http://schemas.openxmlformats.org/officeDocument/2006/relationships/tableStyles" Target="/ppt/tableStyles.xml" Id="R50a59d57a5984583" /><Relationship Type="http://schemas.openxmlformats.org/officeDocument/2006/relationships/slide" Target="/ppt/slides/slide1.xml" Id="R6157337a294248ce" /><Relationship Type="http://schemas.openxmlformats.org/officeDocument/2006/relationships/slide" Target="/ppt/slides/slide2.xml" Id="R6da08f483b96470d" /><Relationship Type="http://schemas.openxmlformats.org/officeDocument/2006/relationships/slide" Target="/ppt/slides/slide3.xml" Id="R660a0fd235c740cf" /><Relationship Type="http://schemas.openxmlformats.org/officeDocument/2006/relationships/slide" Target="/ppt/slides/slide4.xml" Id="Rab18e623ea9f46a4" /><Relationship Type="http://schemas.openxmlformats.org/officeDocument/2006/relationships/slide" Target="/ppt/slides/slide5.xml" Id="R56a39a52637f4415" /><Relationship Type="http://schemas.openxmlformats.org/officeDocument/2006/relationships/slide" Target="/ppt/slides/slide6.xml" Id="R4342be123b3b40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ad523fb54140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c319bfa28d48ed" /><Relationship Type="http://schemas.openxmlformats.org/officeDocument/2006/relationships/notesMaster" Target="/ppt/notesMasters/notesMaster1.xml" Id="R2d40c21b4e3d4e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8ffcdc422d48d4" /><Relationship Type="http://schemas.openxmlformats.org/officeDocument/2006/relationships/notesMaster" Target="/ppt/notesMasters/notesMaster1.xml" Id="Ra8c2cbdc170b45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b3f371e4184396" /><Relationship Type="http://schemas.openxmlformats.org/officeDocument/2006/relationships/notesMaster" Target="/ppt/notesMasters/notesMaster1.xml" Id="Rec208ebee9814e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588cb3156c4936" /><Relationship Type="http://schemas.openxmlformats.org/officeDocument/2006/relationships/notesMaster" Target="/ppt/notesMasters/notesMaster1.xml" Id="Reae228194c22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7f714134fb4e9a" /><Relationship Type="http://schemas.openxmlformats.org/officeDocument/2006/relationships/notesMaster" Target="/ppt/notesMasters/notesMaster1.xml" Id="Ree28fa96d8f144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9729884cc04af9" /><Relationship Type="http://schemas.openxmlformats.org/officeDocument/2006/relationships/notesMaster" Target="/ppt/notesMasters/notesMaster1.xml" Id="R427c8712417146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Apresente a revisão de 7 de outubro de 2026. Ela preserva a identidade visual e as mecânicas existentes. O objetivo foi resolver pontos de progressão, integrar o controle e disponibilizar a alpha Windows. Imagem: Website/dist/assets/floresta.webp, material do próprio projeto. Fontes: Docs/CampanhaOficial/NOTAS_BUILD_ALPHA.md e RELATORIO_REVISAO_20261007.md.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fase Câmaras do Selo, ID 17 e suas duas áreas, foi removida com referências exclusivas. Os circuitos do confronto final continuam. A sequência permanece em cinco atos, com migração de saves antigos. Demonstre a saída da Ouzana e as passagens do casarão. Os testes verificam portas, destinos e retorno do porão. Fontes: CampaignSequence.cs, CampaignExpansionController.cs, CampaignContinuationController.cs, CampaignRequestedChangesTests.cs e CAMPANHA_14_FASES.md.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alunos mantêm o desenho original, com alinhamento, escala e oclusão da cadeira ajustados. Edelzio aproxima-se da pia, usa uma sequência de poses e retorna ao movimento ao terminar. A passagem para 2026 usa cartão de transição sóbrio no tema pixel art. As capturas são reais do Unity Editor. Fontes: Docs/QARevisao20261007/Alunos_sentados.png, Edelzio_pia.png, CampaignSeatingLayers.cs, CampaignChapterPreview.cs e VarginhaPlayerActionAnimation.cs.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arquivo lateral original do usuário é preservado byte a byte. As novas vistas frontal e superior foram derivadas da referência e inferem partes não visíveis. O carro antigo e seu brilho embutido no mapa foram cobertos com asfalto do próprio cenário. Um único feixe parte do farol visível no mapa lateral. Na oficina, os faróis acompanham as orientações do veículo. Fontes: FuscaOriginalManifest.json, CampaignOriginalFusca.cs, CampaignIllustratedMaps.cs, CampaignWorkshopVehicle.cs e Fusca_original_no_mapa.png. No teclado todas as interações do Fusca usam W. No controle usam A por padrão e seguem o remapeamento de Interagir.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suporte usa o Unity Input System com Gamepad para XInput, incluindo o receptor USB do Harrow G808. O usuário confirmou o funcionamento do controle físico nesta conversa. A navegação de menus mantém A para confirmar, B para voltar e Start para pausar. Dez ações podem ser remapeadas, com preferências persistidas e troca em conflitos. Os prompts e o HUD acompanham o último dispositivo e os bindings escolhidos. Deadzone 0,20–0,95 e vibração opcional com desligamento garantido. A vibração física e novos remapeamentos ainda precisam de teste no dispositivo. Captura real: Docs/QARevisao20261007/Controle_remapeamento.png. Tutorial: CONTROLE_XINPUT.md.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build Windows x64 jogo_varginha_build_alpha terminou com zero erros e um aviso relacionado somente ao conector de automação do Editor, desativado no Player. O teste de abertura inicializou motor e Input System sem exceções. Edit Mode: 99/99. Play Mode: 45 casos distintos aprovados, considerando o resultado mais recente de cada caso. A bateria completa teve 44/45, seguida por 4/4 da oficina e 5/5 das correções solicitadas. Isso não é uma jogada manual completa nem certificação de hardware. A alpha deve ser extraída inteira. O pacote será publicado nos assets da release jogo_varginha_build_alpha. Fontes: BUILD_ALPHA_MANIFEST.json, EVIDENCIAS_REVISAO_20261007.json, NOTAS_BUILD_ALPHA.md. URL: https://github.com/fwbiodev7/segredo-varginha-game-teste-cutscene-gdd-ldd/releases/tag/jogo_varginha_build_alpha. Sugestão de demonstração: abrir a campanha, alternar teclado/controle, acessar a tela de remapeamento e visitar uma passagem do casarão.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977984a3604a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e985c35b104022" /><Relationship Type="http://schemas.openxmlformats.org/officeDocument/2006/relationships/slideLayout" Target="/ppt/slideLayouts/slideLayout1.xml" Id="Ra82a762f514f4a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a762f514f4a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ebc98104ec4ea7" /><Relationship Type="http://schemas.openxmlformats.org/officeDocument/2006/relationships/image" Target="/ppt/media/image.bin" Id="R5331d1e5eab74a93" /><Relationship Type="http://schemas.openxmlformats.org/officeDocument/2006/relationships/notesSlide" Target="/ppt/notesSlides/notesSlide1.xml" Id="Rb50a7923562e40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f0e15ab892469e" /><Relationship Type="http://schemas.openxmlformats.org/officeDocument/2006/relationships/notesSlide" Target="/ppt/notesSlides/notesSlide2.xml" Id="R48eb9db1696144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1e517a43aa4363" /><Relationship Type="http://schemas.openxmlformats.org/officeDocument/2006/relationships/image" Target="/ppt/media/image.png" Id="R812276138a2f404d" /><Relationship Type="http://schemas.openxmlformats.org/officeDocument/2006/relationships/image" Target="/ppt/media/image2.png" Id="Rb52f9bd0277a4fbc" /><Relationship Type="http://schemas.openxmlformats.org/officeDocument/2006/relationships/notesSlide" Target="/ppt/notesSlides/notesSlide3.xml" Id="R71a3eff57efe40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5310f7a59949b3" /><Relationship Type="http://schemas.openxmlformats.org/officeDocument/2006/relationships/image" Target="/ppt/media/image3.png" Id="R011f7a07c5ad428d" /><Relationship Type="http://schemas.openxmlformats.org/officeDocument/2006/relationships/notesSlide" Target="/ppt/notesSlides/notesSlide4.xml" Id="R2806c6f3fe4342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a3512f50084d4d" /><Relationship Type="http://schemas.openxmlformats.org/officeDocument/2006/relationships/image" Target="/ppt/media/image4.png" Id="R5ea5c422523e4b1d" /><Relationship Type="http://schemas.openxmlformats.org/officeDocument/2006/relationships/notesSlide" Target="/ppt/notesSlides/notesSlide5.xml" Id="Re1e1f8b8abef4a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6e5fffb6bd493f" /><Relationship Type="http://schemas.openxmlformats.org/officeDocument/2006/relationships/notesSlide" Target="/ppt/notesSlides/notesSlide6.xml" Id="Rbd031ce300994094" /></Relationships>
</file>

<file path=ppt/slides/slide1.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6092DE-1A9D-4FEF-87C3-D9B5D7E33C07}"/>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C23AC5-661C-4B77-A7FD-137B9A363EA0}"/>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O Segredo de Varginha</a:t>
            </a:r>
          </a:p>
        </p:txBody>
      </p:sp>
      <p:sp>
        <p:nvSpPr>
          <p:cNvPr id="3" name="">
            <a:extLst xmlns:a="http://schemas.openxmlformats.org/drawingml/2006/main">
              <a:ext uri="{FF2B5EF4-FFF2-40B4-BE49-F238E27FC236}">
                <a16:creationId xmlns:a16="http://schemas.microsoft.com/office/drawing/2014/main" id="{9B4B1041-6296-43BA-925A-87E879F90483}"/>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6DE0D9-D392-4935-BD0D-00E5A3901DCA}"/>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331d1e5eab74a93"/>
          <a:srcRect xmlns:a="http://schemas.openxmlformats.org/drawingml/2006/main" l="9028" t="0" r="9028" b="0"/>
          <a:stretch xmlns:a="http://schemas.openxmlformats.org/drawingml/2006/main">
            <a:fillRect l="0" t="0" r="0" b="0"/>
          </a:stretch>
        </p:blipFill>
        <p:spPr>
          <a:xfrm xmlns:a="http://schemas.openxmlformats.org/drawingml/2006/main">
            <a:off x="6000750" y="1428750"/>
            <a:ext cx="5619750"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511152-BB2D-4703-9506-1544103FD26D}"/>
              </a:ext>
            </a:extLst>
          </p:cNvPr>
          <p:cNvSpPr>
            <a:spLocks xmlns:a="http://schemas.openxmlformats.org/drawingml/2006/main" noGrp="1"/>
          </p:cNvSpPr>
          <p:nvPr/>
        </p:nvSpPr>
        <p:spPr>
          <a:xfrm xmlns:a="http://schemas.openxmlformats.org/drawingml/2006/main">
            <a:off x="571500" y="1905000"/>
            <a:ext cx="523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EFE6BF"/>
                </a:solidFill>
                <a:latin typeface="Arial"/>
                <a:ea typeface="Arial"/>
                <a:cs typeface="Arial"/>
              </a:defRPr>
            </a:pPr>
            <a:r>
              <a:rPr sz="4350" b="1">
                <a:solidFill>
                  <a:srgbClr val="EFE6BF"/>
                </a:solidFill>
                <a:latin typeface="Arial"/>
                <a:ea typeface="Arial"/>
                <a:cs typeface="Arial"/>
              </a:rPr>
              <a:t>Atualizações</a:t>
            </a:r>
          </a:p>
          <a:p xmlns:a="http://schemas.openxmlformats.org/drawingml/2006/main">
            <a:pPr>
              <a:defRPr sz="4350" b="1">
                <a:solidFill>
                  <a:srgbClr val="EFE6BF"/>
                </a:solidFill>
                <a:latin typeface="Arial"/>
                <a:ea typeface="Arial"/>
                <a:cs typeface="Arial"/>
              </a:defRPr>
            </a:pPr>
            <a:r>
              <a:rPr sz="4350" b="1">
                <a:solidFill>
                  <a:srgbClr val="EFE6BF"/>
                </a:solidFill>
                <a:latin typeface="Arial"/>
                <a:ea typeface="Arial"/>
                <a:cs typeface="Arial"/>
              </a:rPr>
              <a:t>da build alpha</a:t>
            </a:r>
          </a:p>
        </p:txBody>
      </p:sp>
      <p:sp>
        <p:nvSpPr>
          <p:cNvPr id="7" name="">
            <a:extLst xmlns:a="http://schemas.openxmlformats.org/drawingml/2006/main">
              <a:ext uri="{FF2B5EF4-FFF2-40B4-BE49-F238E27FC236}">
                <a16:creationId xmlns:a16="http://schemas.microsoft.com/office/drawing/2014/main" id="{2B1A8E99-0E85-4B61-8BEC-414E1AC12479}"/>
              </a:ext>
            </a:extLst>
          </p:cNvPr>
          <p:cNvSpPr>
            <a:spLocks xmlns:a="http://schemas.openxmlformats.org/drawingml/2006/main" noGrp="1"/>
          </p:cNvSpPr>
          <p:nvPr/>
        </p:nvSpPr>
        <p:spPr>
          <a:xfrm xmlns:a="http://schemas.openxmlformats.org/drawingml/2006/main">
            <a:off x="571500" y="373380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6A9A5"/>
                </a:solidFill>
                <a:latin typeface="Arial"/>
                <a:ea typeface="Arial"/>
                <a:cs typeface="Arial"/>
              </a:defRPr>
            </a:pPr>
            <a:r>
              <a:rPr sz="2250" b="0">
                <a:solidFill>
                  <a:srgbClr val="76A9A5"/>
                </a:solidFill>
                <a:latin typeface="Arial"/>
                <a:ea typeface="Arial"/>
                <a:cs typeface="Arial"/>
              </a:rPr>
              <a:t>Campanha • Fusca original • Controle</a:t>
            </a:r>
          </a:p>
        </p:txBody>
      </p:sp>
      <p:sp>
        <p:nvSpPr>
          <p:cNvPr id="8" name="">
            <a:extLst xmlns:a="http://schemas.openxmlformats.org/drawingml/2006/main">
              <a:ext uri="{FF2B5EF4-FFF2-40B4-BE49-F238E27FC236}">
                <a16:creationId xmlns:a16="http://schemas.microsoft.com/office/drawing/2014/main" id="{3DEF6068-7ADC-4ED5-8304-ADBFBDA80C6D}"/>
              </a:ext>
            </a:extLst>
          </p:cNvPr>
          <p:cNvSpPr>
            <a:spLocks xmlns:a="http://schemas.openxmlformats.org/drawingml/2006/main" noGrp="1"/>
          </p:cNvSpPr>
          <p:nvPr/>
        </p:nvSpPr>
        <p:spPr>
          <a:xfrm xmlns:a="http://schemas.openxmlformats.org/drawingml/2006/main">
            <a:off x="571500" y="51911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1C3C1"/>
                </a:solidFill>
                <a:latin typeface="Arial"/>
                <a:ea typeface="Arial"/>
                <a:cs typeface="Arial"/>
              </a:defRPr>
            </a:pPr>
            <a:r>
              <a:rPr sz="1950" b="0">
                <a:solidFill>
                  <a:srgbClr val="B1C3C1"/>
                </a:solidFill>
                <a:latin typeface="Arial"/>
                <a:ea typeface="Arial"/>
                <a:cs typeface="Arial"/>
              </a:rPr>
              <a:t>Revisão de 07/10/2026</a:t>
            </a:r>
          </a:p>
          <a:p xmlns:a="http://schemas.openxmlformats.org/drawingml/2006/main">
            <a:pPr>
              <a:defRPr sz="1950" b="0">
                <a:solidFill>
                  <a:srgbClr val="B1C3C1"/>
                </a:solidFill>
                <a:latin typeface="Arial"/>
                <a:ea typeface="Arial"/>
                <a:cs typeface="Arial"/>
              </a:defRPr>
            </a:pPr>
            <a:r>
              <a:rPr sz="1950" b="0">
                <a:solidFill>
                  <a:srgbClr val="B1C3C1"/>
                </a:solidFill>
                <a:latin typeface="Arial"/>
                <a:ea typeface="Arial"/>
                <a:cs typeface="Arial"/>
              </a:rPr>
              <a:t>Windows 64 bits</a:t>
            </a:r>
          </a:p>
        </p:txBody>
      </p:sp>
    </p:spTree>
    <p:extLst>
      <p:ext uri="{BB962C8B-B14F-4D97-AF65-F5344CB8AC3E}">
        <p14:creationId xmlns:p14="http://schemas.microsoft.com/office/powerpoint/2010/main" val="1173868846"/>
      </p:ext>
    </p:extLst>
  </p:cSld>
</p:sld>
</file>

<file path=ppt/slides/slide2.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06B5E5-2479-48E4-A6DC-5B2EA4B3E4CD}"/>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8EEAD8-13C1-4274-9D87-7CD96AED19BD}"/>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Uma campanha de 14 fases</a:t>
            </a:r>
          </a:p>
        </p:txBody>
      </p:sp>
      <p:sp>
        <p:nvSpPr>
          <p:cNvPr id="3" name="">
            <a:extLst xmlns:a="http://schemas.openxmlformats.org/drawingml/2006/main">
              <a:ext uri="{FF2B5EF4-FFF2-40B4-BE49-F238E27FC236}">
                <a16:creationId xmlns:a16="http://schemas.microsoft.com/office/drawing/2014/main" id="{A8BE29B7-370C-4251-89B5-494B9CEFB2B9}"/>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B7EC1D-899E-4341-92AE-C714E3132088}"/>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CB430EA-E7EE-45E6-809B-DC6E776D4902}"/>
              </a:ext>
            </a:extLst>
          </p:cNvPr>
          <p:cNvSpPr>
            <a:spLocks xmlns:a="http://schemas.openxmlformats.org/drawingml/2006/main" noGrp="1"/>
          </p:cNvSpPr>
          <p:nvPr/>
        </p:nvSpPr>
        <p:spPr>
          <a:xfrm xmlns:a="http://schemas.openxmlformats.org/drawingml/2006/main">
            <a:off x="571500" y="1543050"/>
            <a:ext cx="723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CB058"/>
                </a:solidFill>
                <a:latin typeface="Arial"/>
                <a:ea typeface="Arial"/>
                <a:cs typeface="Arial"/>
              </a:defRPr>
            </a:pPr>
            <a:r>
              <a:rPr sz="2850" b="1">
                <a:solidFill>
                  <a:srgbClr val="DCB058"/>
                </a:solidFill>
                <a:latin typeface="Arial"/>
                <a:ea typeface="Arial"/>
                <a:cs typeface="Arial"/>
              </a:rPr>
              <a:t>Câmaras do Selo removida</a:t>
            </a:r>
          </a:p>
        </p:txBody>
      </p:sp>
      <p:sp>
        <p:nvSpPr>
          <p:cNvPr id="6" name="">
            <a:extLst xmlns:a="http://schemas.openxmlformats.org/drawingml/2006/main">
              <a:ext uri="{FF2B5EF4-FFF2-40B4-BE49-F238E27FC236}">
                <a16:creationId xmlns:a16="http://schemas.microsoft.com/office/drawing/2014/main" id="{90D84F2E-E975-47DE-8012-560680A66058}"/>
              </a:ext>
            </a:extLst>
          </p:cNvPr>
          <p:cNvSpPr>
            <a:spLocks xmlns:a="http://schemas.openxmlformats.org/drawingml/2006/main" noGrp="1"/>
          </p:cNvSpPr>
          <p:nvPr/>
        </p:nvSpPr>
        <p:spPr>
          <a:xfrm xmlns:a="http://schemas.openxmlformats.org/drawingml/2006/main">
            <a:off x="571500" y="22098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FE6BF"/>
                </a:solidFill>
                <a:latin typeface="Arial"/>
                <a:ea typeface="Arial"/>
                <a:cs typeface="Arial"/>
              </a:defRPr>
            </a:pPr>
            <a:r>
              <a:rPr sz="2250" b="0">
                <a:solidFill>
                  <a:srgbClr val="EFE6BF"/>
                </a:solidFill>
                <a:latin typeface="Arial"/>
                <a:ea typeface="Arial"/>
                <a:cs typeface="Arial"/>
              </a:rPr>
              <a:t>Progressão ajustada e saves antigos compatíveis</a:t>
            </a:r>
          </a:p>
          <a:p xmlns:a="http://schemas.openxmlformats.org/drawingml/2006/main">
            <a:pPr>
              <a:defRPr sz="2250" b="0">
                <a:solidFill>
                  <a:srgbClr val="EFE6BF"/>
                </a:solidFill>
                <a:latin typeface="Arial"/>
                <a:ea typeface="Arial"/>
                <a:cs typeface="Arial"/>
              </a:defRPr>
            </a:pPr>
            <a:r>
              <a:rPr sz="2250" b="0">
                <a:solidFill>
                  <a:srgbClr val="EFE6BF"/>
                </a:solidFill>
                <a:latin typeface="Arial"/>
                <a:ea typeface="Arial"/>
                <a:cs typeface="Arial"/>
              </a:rPr>
              <a:t>Circuitos do confronto final preservados</a:t>
            </a:r>
          </a:p>
        </p:txBody>
      </p:sp>
      <p:sp>
        <p:nvSpPr>
          <p:cNvPr id="7" name="">
            <a:extLst xmlns:a="http://schemas.openxmlformats.org/drawingml/2006/main">
              <a:ext uri="{FF2B5EF4-FFF2-40B4-BE49-F238E27FC236}">
                <a16:creationId xmlns:a16="http://schemas.microsoft.com/office/drawing/2014/main" id="{F2BED434-E801-4065-BD4B-274DF938E0AD}"/>
              </a:ext>
            </a:extLst>
          </p:cNvPr>
          <p:cNvSpPr>
            <a:spLocks xmlns:a="http://schemas.openxmlformats.org/drawingml/2006/main" noGrp="1"/>
          </p:cNvSpPr>
          <p:nvPr/>
        </p:nvSpPr>
        <p:spPr>
          <a:xfrm xmlns:a="http://schemas.openxmlformats.org/drawingml/2006/main">
            <a:off x="571500" y="3648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6A9A5"/>
                </a:solidFill>
                <a:latin typeface="Arial"/>
                <a:ea typeface="Arial"/>
                <a:cs typeface="Arial"/>
              </a:defRPr>
            </a:pPr>
            <a:r>
              <a:rPr sz="2550" b="1">
                <a:solidFill>
                  <a:srgbClr val="76A9A5"/>
                </a:solidFill>
                <a:latin typeface="Arial"/>
                <a:ea typeface="Arial"/>
                <a:cs typeface="Arial"/>
              </a:rPr>
              <a:t>Casa da Ouzana</a:t>
            </a:r>
          </a:p>
        </p:txBody>
      </p:sp>
      <p:sp>
        <p:nvSpPr>
          <p:cNvPr id="8" name="">
            <a:extLst xmlns:a="http://schemas.openxmlformats.org/drawingml/2006/main">
              <a:ext uri="{FF2B5EF4-FFF2-40B4-BE49-F238E27FC236}">
                <a16:creationId xmlns:a16="http://schemas.microsoft.com/office/drawing/2014/main" id="{12CD2B42-7085-469B-AA34-F3C1107E9353}"/>
              </a:ext>
            </a:extLst>
          </p:cNvPr>
          <p:cNvSpPr>
            <a:spLocks xmlns:a="http://schemas.openxmlformats.org/drawingml/2006/main" noGrp="1"/>
          </p:cNvSpPr>
          <p:nvPr/>
        </p:nvSpPr>
        <p:spPr>
          <a:xfrm xmlns:a="http://schemas.openxmlformats.org/drawingml/2006/main">
            <a:off x="571500" y="42576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E6BF"/>
                </a:solidFill>
                <a:latin typeface="Arial"/>
                <a:ea typeface="Arial"/>
                <a:cs typeface="Arial"/>
              </a:defRPr>
            </a:pPr>
            <a:r>
              <a:rPr sz="2175" b="0">
                <a:solidFill>
                  <a:srgbClr val="EFE6BF"/>
                </a:solidFill>
                <a:latin typeface="Arial"/>
                <a:ea typeface="Arial"/>
                <a:cs typeface="Arial"/>
              </a:rPr>
              <a:t>Saída funcional para seguir a campanha</a:t>
            </a:r>
          </a:p>
        </p:txBody>
      </p:sp>
      <p:sp>
        <p:nvSpPr>
          <p:cNvPr id="9" name="">
            <a:extLst xmlns:a="http://schemas.openxmlformats.org/drawingml/2006/main">
              <a:ext uri="{FF2B5EF4-FFF2-40B4-BE49-F238E27FC236}">
                <a16:creationId xmlns:a16="http://schemas.microsoft.com/office/drawing/2014/main" id="{66499640-BBB8-4A7C-868F-A4C153C1272F}"/>
              </a:ext>
            </a:extLst>
          </p:cNvPr>
          <p:cNvSpPr>
            <a:spLocks xmlns:a="http://schemas.openxmlformats.org/drawingml/2006/main" noGrp="1"/>
          </p:cNvSpPr>
          <p:nvPr/>
        </p:nvSpPr>
        <p:spPr>
          <a:xfrm xmlns:a="http://schemas.openxmlformats.org/drawingml/2006/main">
            <a:off x="6524625" y="36480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6A9A5"/>
                </a:solidFill>
                <a:latin typeface="Arial"/>
                <a:ea typeface="Arial"/>
                <a:cs typeface="Arial"/>
              </a:defRPr>
            </a:pPr>
            <a:r>
              <a:rPr sz="2550" b="1">
                <a:solidFill>
                  <a:srgbClr val="76A9A5"/>
                </a:solidFill>
                <a:latin typeface="Arial"/>
                <a:ea typeface="Arial"/>
                <a:cs typeface="Arial"/>
              </a:rPr>
              <a:t>Casarão</a:t>
            </a:r>
          </a:p>
        </p:txBody>
      </p:sp>
      <p:sp>
        <p:nvSpPr>
          <p:cNvPr id="10" name="">
            <a:extLst xmlns:a="http://schemas.openxmlformats.org/drawingml/2006/main">
              <a:ext uri="{FF2B5EF4-FFF2-40B4-BE49-F238E27FC236}">
                <a16:creationId xmlns:a16="http://schemas.microsoft.com/office/drawing/2014/main" id="{8305D323-3D1A-4F9C-8072-9E2C21CAC5C0}"/>
              </a:ext>
            </a:extLst>
          </p:cNvPr>
          <p:cNvSpPr>
            <a:spLocks xmlns:a="http://schemas.openxmlformats.org/drawingml/2006/main" noGrp="1"/>
          </p:cNvSpPr>
          <p:nvPr/>
        </p:nvSpPr>
        <p:spPr>
          <a:xfrm xmlns:a="http://schemas.openxmlformats.org/drawingml/2006/main">
            <a:off x="6524625" y="4257675"/>
            <a:ext cx="509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E6BF"/>
                </a:solidFill>
                <a:latin typeface="Arial"/>
                <a:ea typeface="Arial"/>
                <a:cs typeface="Arial"/>
              </a:defRPr>
            </a:pPr>
            <a:r>
              <a:rPr sz="2175" b="0">
                <a:solidFill>
                  <a:srgbClr val="EFE6BF"/>
                </a:solidFill>
                <a:latin typeface="Arial"/>
                <a:ea typeface="Arial"/>
                <a:cs typeface="Arial"/>
              </a:rPr>
              <a:t>Passagens entre cômodos</a:t>
            </a:r>
          </a:p>
          <a:p xmlns:a="http://schemas.openxmlformats.org/drawingml/2006/main">
            <a:pPr>
              <a:defRPr sz="2175" b="0">
                <a:solidFill>
                  <a:srgbClr val="EFE6BF"/>
                </a:solidFill>
                <a:latin typeface="Arial"/>
                <a:ea typeface="Arial"/>
                <a:cs typeface="Arial"/>
              </a:defRPr>
            </a:pPr>
            <a:r>
              <a:rPr sz="2175" b="0">
                <a:solidFill>
                  <a:srgbClr val="EFE6BF"/>
                </a:solidFill>
                <a:latin typeface="Arial"/>
                <a:ea typeface="Arial"/>
                <a:cs typeface="Arial"/>
              </a:rPr>
              <a:t>Entradas coerentes no jardim e porão</a:t>
            </a:r>
          </a:p>
        </p:txBody>
      </p:sp>
      <p:sp>
        <p:nvSpPr>
          <p:cNvPr id="11" name="">
            <a:extLst xmlns:a="http://schemas.openxmlformats.org/drawingml/2006/main">
              <a:ext uri="{FF2B5EF4-FFF2-40B4-BE49-F238E27FC236}">
                <a16:creationId xmlns:a16="http://schemas.microsoft.com/office/drawing/2014/main" id="{06938139-6083-461F-9384-93963D2C6E3C}"/>
              </a:ext>
            </a:extLst>
          </p:cNvPr>
          <p:cNvSpPr>
            <a:spLocks xmlns:a="http://schemas.openxmlformats.org/drawingml/2006/main" noGrp="1"/>
          </p:cNvSpPr>
          <p:nvPr/>
        </p:nvSpPr>
        <p:spPr>
          <a:xfrm xmlns:a="http://schemas.openxmlformats.org/drawingml/2006/main">
            <a:off x="571500" y="57912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1C3C1"/>
                </a:solidFill>
                <a:latin typeface="Arial"/>
                <a:ea typeface="Arial"/>
                <a:cs typeface="Arial"/>
              </a:defRPr>
            </a:pPr>
            <a:r>
              <a:rPr sz="1800" b="0">
                <a:solidFill>
                  <a:srgbClr val="B1C3C1"/>
                </a:solidFill>
                <a:latin typeface="Arial"/>
                <a:ea typeface="Arial"/>
                <a:cs typeface="Arial"/>
              </a:rPr>
              <a:t>Destinos e posições de chegada verificados nos testes</a:t>
            </a:r>
          </a:p>
        </p:txBody>
      </p:sp>
    </p:spTree>
    <p:extLst>
      <p:ext uri="{BB962C8B-B14F-4D97-AF65-F5344CB8AC3E}">
        <p14:creationId xmlns:p14="http://schemas.microsoft.com/office/powerpoint/2010/main" val="27008336"/>
      </p:ext>
    </p:extLst>
  </p:cSld>
</p:sld>
</file>

<file path=ppt/slides/slide3.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1E1443-564D-4672-BA84-551DAE0E0C7E}"/>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57ADBB-FD02-49AB-8962-523FBF2D836D}"/>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Poses e transições mais naturais</a:t>
            </a:r>
          </a:p>
        </p:txBody>
      </p:sp>
      <p:sp>
        <p:nvSpPr>
          <p:cNvPr id="3" name="">
            <a:extLst xmlns:a="http://schemas.openxmlformats.org/drawingml/2006/main">
              <a:ext uri="{FF2B5EF4-FFF2-40B4-BE49-F238E27FC236}">
                <a16:creationId xmlns:a16="http://schemas.microsoft.com/office/drawing/2014/main" id="{0F662C7B-8B3F-491E-A3A0-B5433A9B740D}"/>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2BFCEB-EBD2-41F0-9643-4B43D2867BA2}"/>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12276138a2f404d"/>
          <a:stretch xmlns:a="http://schemas.openxmlformats.org/drawingml/2006/main"/>
        </p:blipFill>
        <p:spPr>
          <a:xfrm xmlns:a="http://schemas.openxmlformats.org/drawingml/2006/main">
            <a:off x="1047750" y="1476375"/>
            <a:ext cx="4381500" cy="32861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52f9bd0277a4fbc"/>
          <a:stretch xmlns:a="http://schemas.openxmlformats.org/drawingml/2006/main"/>
        </p:blipFill>
        <p:spPr>
          <a:xfrm xmlns:a="http://schemas.openxmlformats.org/drawingml/2006/main">
            <a:off x="6762750" y="1476375"/>
            <a:ext cx="4381500" cy="3286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707949-A120-4902-8666-4C63B4164A5C}"/>
              </a:ext>
            </a:extLst>
          </p:cNvPr>
          <p:cNvSpPr>
            <a:spLocks xmlns:a="http://schemas.openxmlformats.org/drawingml/2006/main" noGrp="1"/>
          </p:cNvSpPr>
          <p:nvPr/>
        </p:nvSpPr>
        <p:spPr>
          <a:xfrm xmlns:a="http://schemas.openxmlformats.org/drawingml/2006/main">
            <a:off x="571500" y="4895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6A9A5"/>
                </a:solidFill>
                <a:latin typeface="Arial"/>
                <a:ea typeface="Arial"/>
                <a:cs typeface="Arial"/>
              </a:defRPr>
            </a:pPr>
            <a:r>
              <a:rPr sz="2175" b="1">
                <a:solidFill>
                  <a:srgbClr val="76A9A5"/>
                </a:solidFill>
                <a:latin typeface="Arial"/>
                <a:ea typeface="Arial"/>
                <a:cs typeface="Arial"/>
              </a:rPr>
              <a:t>Alunos alinhados às cadeiras</a:t>
            </a:r>
          </a:p>
        </p:txBody>
      </p:sp>
      <p:sp>
        <p:nvSpPr>
          <p:cNvPr id="8" name="">
            <a:extLst xmlns:a="http://schemas.openxmlformats.org/drawingml/2006/main">
              <a:ext uri="{FF2B5EF4-FFF2-40B4-BE49-F238E27FC236}">
                <a16:creationId xmlns:a16="http://schemas.microsoft.com/office/drawing/2014/main" id="{B3728EEF-F322-45D7-9D31-F5D4C57AC8DC}"/>
              </a:ext>
            </a:extLst>
          </p:cNvPr>
          <p:cNvSpPr>
            <a:spLocks xmlns:a="http://schemas.openxmlformats.org/drawingml/2006/main" noGrp="1"/>
          </p:cNvSpPr>
          <p:nvPr/>
        </p:nvSpPr>
        <p:spPr>
          <a:xfrm xmlns:a="http://schemas.openxmlformats.org/drawingml/2006/main">
            <a:off x="571500" y="5391150"/>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FE6BF"/>
                </a:solidFill>
                <a:latin typeface="Arial"/>
                <a:ea typeface="Arial"/>
                <a:cs typeface="Arial"/>
              </a:defRPr>
            </a:pPr>
            <a:r>
              <a:rPr sz="1950" b="0">
                <a:solidFill>
                  <a:srgbClr val="EFE6BF"/>
                </a:solidFill>
                <a:latin typeface="Arial"/>
                <a:ea typeface="Arial"/>
                <a:cs typeface="Arial"/>
              </a:rPr>
              <a:t>Sprites atuais preservados</a:t>
            </a:r>
          </a:p>
        </p:txBody>
      </p:sp>
      <p:sp>
        <p:nvSpPr>
          <p:cNvPr id="9" name="">
            <a:extLst xmlns:a="http://schemas.openxmlformats.org/drawingml/2006/main">
              <a:ext uri="{FF2B5EF4-FFF2-40B4-BE49-F238E27FC236}">
                <a16:creationId xmlns:a16="http://schemas.microsoft.com/office/drawing/2014/main" id="{EEFE4482-EC32-4137-B23A-48C8FA1A3D49}"/>
              </a:ext>
            </a:extLst>
          </p:cNvPr>
          <p:cNvSpPr>
            <a:spLocks xmlns:a="http://schemas.openxmlformats.org/drawingml/2006/main" noGrp="1"/>
          </p:cNvSpPr>
          <p:nvPr/>
        </p:nvSpPr>
        <p:spPr>
          <a:xfrm xmlns:a="http://schemas.openxmlformats.org/drawingml/2006/main">
            <a:off x="6286500" y="4895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6A9A5"/>
                </a:solidFill>
                <a:latin typeface="Arial"/>
                <a:ea typeface="Arial"/>
                <a:cs typeface="Arial"/>
              </a:defRPr>
            </a:pPr>
            <a:r>
              <a:rPr sz="2175" b="1">
                <a:solidFill>
                  <a:srgbClr val="76A9A5"/>
                </a:solidFill>
                <a:latin typeface="Arial"/>
                <a:ea typeface="Arial"/>
                <a:cs typeface="Arial"/>
              </a:rPr>
              <a:t>Edelzio posicionado na pia</a:t>
            </a:r>
          </a:p>
        </p:txBody>
      </p:sp>
      <p:sp>
        <p:nvSpPr>
          <p:cNvPr id="10" name="">
            <a:extLst xmlns:a="http://schemas.openxmlformats.org/drawingml/2006/main">
              <a:ext uri="{FF2B5EF4-FFF2-40B4-BE49-F238E27FC236}">
                <a16:creationId xmlns:a16="http://schemas.microsoft.com/office/drawing/2014/main" id="{E0B71B97-3344-4F38-9FF4-D2A1993562D3}"/>
              </a:ext>
            </a:extLst>
          </p:cNvPr>
          <p:cNvSpPr>
            <a:spLocks xmlns:a="http://schemas.openxmlformats.org/drawingml/2006/main" noGrp="1"/>
          </p:cNvSpPr>
          <p:nvPr/>
        </p:nvSpPr>
        <p:spPr>
          <a:xfrm xmlns:a="http://schemas.openxmlformats.org/drawingml/2006/main">
            <a:off x="6286500" y="5391150"/>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FE6BF"/>
                </a:solidFill>
                <a:latin typeface="Arial"/>
                <a:ea typeface="Arial"/>
                <a:cs typeface="Arial"/>
              </a:defRPr>
            </a:pPr>
            <a:r>
              <a:rPr sz="1950" b="0">
                <a:solidFill>
                  <a:srgbClr val="EFE6BF"/>
                </a:solidFill>
                <a:latin typeface="Arial"/>
                <a:ea typeface="Arial"/>
                <a:cs typeface="Arial"/>
              </a:rPr>
              <a:t>Aproximação e retorno suaves</a:t>
            </a:r>
          </a:p>
        </p:txBody>
      </p:sp>
      <p:sp>
        <p:nvSpPr>
          <p:cNvPr id="11" name="">
            <a:extLst xmlns:a="http://schemas.openxmlformats.org/drawingml/2006/main">
              <a:ext uri="{FF2B5EF4-FFF2-40B4-BE49-F238E27FC236}">
                <a16:creationId xmlns:a16="http://schemas.microsoft.com/office/drawing/2014/main" id="{EBA78240-2E73-4589-92CF-1A196CC4C58A}"/>
              </a:ext>
            </a:extLst>
          </p:cNvPr>
          <p:cNvSpPr>
            <a:spLocks xmlns:a="http://schemas.openxmlformats.org/drawingml/2006/main" noGrp="1"/>
          </p:cNvSpPr>
          <p:nvPr/>
        </p:nvSpPr>
        <p:spPr>
          <a:xfrm xmlns:a="http://schemas.openxmlformats.org/drawingml/2006/main">
            <a:off x="571500" y="60769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1C3C1"/>
                </a:solidFill>
                <a:latin typeface="Arial"/>
                <a:ea typeface="Arial"/>
                <a:cs typeface="Arial"/>
              </a:defRPr>
            </a:pPr>
            <a:r>
              <a:rPr sz="1800" b="0">
                <a:solidFill>
                  <a:srgbClr val="B1C3C1"/>
                </a:solidFill>
                <a:latin typeface="Arial"/>
                <a:ea typeface="Arial"/>
                <a:cs typeface="Arial"/>
              </a:rPr>
              <a:t>Loading da Fase 1 → 2 revisado no estilo do jogo</a:t>
            </a:r>
          </a:p>
        </p:txBody>
      </p:sp>
    </p:spTree>
    <p:extLst>
      <p:ext uri="{BB962C8B-B14F-4D97-AF65-F5344CB8AC3E}">
        <p14:creationId xmlns:p14="http://schemas.microsoft.com/office/powerpoint/2010/main" val="1072969974"/>
      </p:ext>
    </p:extLst>
  </p:cSld>
</p:sld>
</file>

<file path=ppt/slides/slide4.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95D733-F7A6-40B2-92E1-329976960A8A}"/>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AA975A-3B22-47B6-8803-9A2B15F48C68}"/>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O Fusca original, com faróis alinhados</a:t>
            </a:r>
          </a:p>
        </p:txBody>
      </p:sp>
      <p:sp>
        <p:nvSpPr>
          <p:cNvPr id="3" name="">
            <a:extLst xmlns:a="http://schemas.openxmlformats.org/drawingml/2006/main">
              <a:ext uri="{FF2B5EF4-FFF2-40B4-BE49-F238E27FC236}">
                <a16:creationId xmlns:a16="http://schemas.microsoft.com/office/drawing/2014/main" id="{1D80C0F1-8AC0-4DFE-9140-D15ED81EBE3B}"/>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19F64F-E451-472D-9FDB-C04A64D3B773}"/>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1f7a07c5ad428d"/>
          <a:stretch xmlns:a="http://schemas.openxmlformats.org/drawingml/2006/main"/>
        </p:blipFill>
        <p:spPr>
          <a:xfrm xmlns:a="http://schemas.openxmlformats.org/drawingml/2006/main">
            <a:off x="1127125" y="1466850"/>
            <a:ext cx="5842000" cy="4381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A2B2524-E0EA-41B9-81D9-54545A0924A0}"/>
              </a:ext>
            </a:extLst>
          </p:cNvPr>
          <p:cNvSpPr>
            <a:spLocks xmlns:a="http://schemas.openxmlformats.org/drawingml/2006/main" noGrp="1"/>
          </p:cNvSpPr>
          <p:nvPr/>
        </p:nvSpPr>
        <p:spPr>
          <a:xfrm xmlns:a="http://schemas.openxmlformats.org/drawingml/2006/main">
            <a:off x="7905750" y="15906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CB058"/>
                </a:solidFill>
                <a:latin typeface="Arial"/>
                <a:ea typeface="Arial"/>
                <a:cs typeface="Arial"/>
              </a:defRPr>
            </a:pPr>
            <a:r>
              <a:rPr sz="2325" b="1">
                <a:solidFill>
                  <a:srgbClr val="DCB058"/>
                </a:solidFill>
                <a:latin typeface="Arial"/>
                <a:ea typeface="Arial"/>
                <a:cs typeface="Arial"/>
              </a:rPr>
              <a:t>Modelo lateral preservado</a:t>
            </a:r>
          </a:p>
        </p:txBody>
      </p:sp>
      <p:sp>
        <p:nvSpPr>
          <p:cNvPr id="7" name="">
            <a:extLst xmlns:a="http://schemas.openxmlformats.org/drawingml/2006/main">
              <a:ext uri="{FF2B5EF4-FFF2-40B4-BE49-F238E27FC236}">
                <a16:creationId xmlns:a16="http://schemas.microsoft.com/office/drawing/2014/main" id="{072D7CB0-7771-4D08-BD48-054E13DBEBB4}"/>
              </a:ext>
            </a:extLst>
          </p:cNvPr>
          <p:cNvSpPr>
            <a:spLocks xmlns:a="http://schemas.openxmlformats.org/drawingml/2006/main" noGrp="1"/>
          </p:cNvSpPr>
          <p:nvPr/>
        </p:nvSpPr>
        <p:spPr>
          <a:xfrm xmlns:a="http://schemas.openxmlformats.org/drawingml/2006/main">
            <a:off x="7905750" y="2552700"/>
            <a:ext cx="3714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Carro antigo retirado do fundo</a:t>
            </a:r>
          </a:p>
          <a:p xmlns:a="http://schemas.openxmlformats.org/drawingml/2006/main">
            <a:r>
              <a:t/>
            </a:r>
          </a:p>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Luz parte do farol do sprite</a:t>
            </a:r>
          </a:p>
          <a:p xmlns:a="http://schemas.openxmlformats.org/drawingml/2006/main">
            <a:r>
              <a:t/>
            </a:r>
          </a:p>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Vistas frontal e superior derivadas do modelo</a:t>
            </a:r>
          </a:p>
        </p:txBody>
      </p:sp>
      <p:sp>
        <p:nvSpPr>
          <p:cNvPr id="8" name="">
            <a:extLst xmlns:a="http://schemas.openxmlformats.org/drawingml/2006/main">
              <a:ext uri="{FF2B5EF4-FFF2-40B4-BE49-F238E27FC236}">
                <a16:creationId xmlns:a16="http://schemas.microsoft.com/office/drawing/2014/main" id="{90657536-ADBC-4184-AD19-A4047E2B2F7E}"/>
              </a:ext>
            </a:extLst>
          </p:cNvPr>
          <p:cNvSpPr>
            <a:spLocks xmlns:a="http://schemas.openxmlformats.org/drawingml/2006/main" noGrp="1"/>
          </p:cNvSpPr>
          <p:nvPr/>
        </p:nvSpPr>
        <p:spPr>
          <a:xfrm xmlns:a="http://schemas.openxmlformats.org/drawingml/2006/main">
            <a:off x="571500" y="60674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6A9A5"/>
                </a:solidFill>
                <a:latin typeface="Arial"/>
                <a:ea typeface="Arial"/>
                <a:cs typeface="Arial"/>
              </a:defRPr>
            </a:pPr>
            <a:r>
              <a:rPr sz="2100" b="1">
                <a:solidFill>
                  <a:srgbClr val="76A9A5"/>
                </a:solidFill>
                <a:latin typeface="Arial"/>
                <a:ea typeface="Arial"/>
                <a:cs typeface="Arial"/>
              </a:rPr>
              <a:t>Fusca: W no teclado • A no controle, por padrão</a:t>
            </a:r>
          </a:p>
        </p:txBody>
      </p:sp>
    </p:spTree>
    <p:extLst>
      <p:ext uri="{BB962C8B-B14F-4D97-AF65-F5344CB8AC3E}">
        <p14:creationId xmlns:p14="http://schemas.microsoft.com/office/powerpoint/2010/main" val="345187925"/>
      </p:ext>
    </p:extLst>
  </p:cSld>
</p:sld>
</file>

<file path=ppt/slides/slide5.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B09A0C-78F5-428D-A541-E5C0E98642EE}"/>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4D6995-169C-45DF-B744-65416FE4EC6D}"/>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Controle integrado à interface</a:t>
            </a:r>
          </a:p>
        </p:txBody>
      </p:sp>
      <p:sp>
        <p:nvSpPr>
          <p:cNvPr id="3" name="">
            <a:extLst xmlns:a="http://schemas.openxmlformats.org/drawingml/2006/main">
              <a:ext uri="{FF2B5EF4-FFF2-40B4-BE49-F238E27FC236}">
                <a16:creationId xmlns:a16="http://schemas.microsoft.com/office/drawing/2014/main" id="{732019DE-1DC4-42A0-B50E-92BC6BB1765C}"/>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88CFA6-9398-4938-BBDE-B43D3822FF38}"/>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ea5c422523e4b1d"/>
          <a:stretch xmlns:a="http://schemas.openxmlformats.org/drawingml/2006/main"/>
        </p:blipFill>
        <p:spPr>
          <a:xfrm xmlns:a="http://schemas.openxmlformats.org/drawingml/2006/main">
            <a:off x="571500" y="2023467"/>
            <a:ext cx="7334250" cy="33920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32EF5AB-E743-4E04-9817-BD430A51A934}"/>
              </a:ext>
            </a:extLst>
          </p:cNvPr>
          <p:cNvSpPr>
            <a:spLocks xmlns:a="http://schemas.openxmlformats.org/drawingml/2006/main" noGrp="1"/>
          </p:cNvSpPr>
          <p:nvPr/>
        </p:nvSpPr>
        <p:spPr>
          <a:xfrm xmlns:a="http://schemas.openxmlformats.org/drawingml/2006/main">
            <a:off x="8334375" y="1638300"/>
            <a:ext cx="32861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CB058"/>
                </a:solidFill>
                <a:latin typeface="Arial"/>
                <a:ea typeface="Arial"/>
                <a:cs typeface="Arial"/>
              </a:defRPr>
            </a:pPr>
            <a:r>
              <a:rPr sz="2550" b="1">
                <a:solidFill>
                  <a:srgbClr val="DCB058"/>
                </a:solidFill>
                <a:latin typeface="Arial"/>
                <a:ea typeface="Arial"/>
                <a:cs typeface="Arial"/>
              </a:rPr>
              <a:t>A confirma</a:t>
            </a:r>
          </a:p>
          <a:p xmlns:a="http://schemas.openxmlformats.org/drawingml/2006/main">
            <a:pPr>
              <a:defRPr sz="2550" b="1">
                <a:solidFill>
                  <a:srgbClr val="DCB058"/>
                </a:solidFill>
                <a:latin typeface="Arial"/>
                <a:ea typeface="Arial"/>
                <a:cs typeface="Arial"/>
              </a:defRPr>
            </a:pPr>
            <a:r>
              <a:rPr sz="2550" b="1">
                <a:solidFill>
                  <a:srgbClr val="DCB058"/>
                </a:solidFill>
                <a:latin typeface="Arial"/>
                <a:ea typeface="Arial"/>
                <a:cs typeface="Arial"/>
              </a:rPr>
              <a:t>B volta</a:t>
            </a:r>
          </a:p>
          <a:p xmlns:a="http://schemas.openxmlformats.org/drawingml/2006/main">
            <a:pPr>
              <a:defRPr sz="2550" b="1">
                <a:solidFill>
                  <a:srgbClr val="DCB058"/>
                </a:solidFill>
                <a:latin typeface="Arial"/>
                <a:ea typeface="Arial"/>
                <a:cs typeface="Arial"/>
              </a:defRPr>
            </a:pPr>
            <a:r>
              <a:rPr sz="2550" b="1">
                <a:solidFill>
                  <a:srgbClr val="DCB058"/>
                </a:solidFill>
                <a:latin typeface="Arial"/>
                <a:ea typeface="Arial"/>
                <a:cs typeface="Arial"/>
              </a:rPr>
              <a:t>Start pausa</a:t>
            </a:r>
          </a:p>
        </p:txBody>
      </p:sp>
      <p:sp>
        <p:nvSpPr>
          <p:cNvPr id="7" name="">
            <a:extLst xmlns:a="http://schemas.openxmlformats.org/drawingml/2006/main">
              <a:ext uri="{FF2B5EF4-FFF2-40B4-BE49-F238E27FC236}">
                <a16:creationId xmlns:a16="http://schemas.microsoft.com/office/drawing/2014/main" id="{CCCE9731-0FC6-4391-AF30-DA79570BE38F}"/>
              </a:ext>
            </a:extLst>
          </p:cNvPr>
          <p:cNvSpPr>
            <a:spLocks xmlns:a="http://schemas.openxmlformats.org/drawingml/2006/main" noGrp="1"/>
          </p:cNvSpPr>
          <p:nvPr/>
        </p:nvSpPr>
        <p:spPr>
          <a:xfrm xmlns:a="http://schemas.openxmlformats.org/drawingml/2006/main">
            <a:off x="8334375" y="3343275"/>
            <a:ext cx="32861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Remapeamento com imagem</a:t>
            </a:r>
          </a:p>
          <a:p xmlns:a="http://schemas.openxmlformats.org/drawingml/2006/main">
            <a:r>
              <a:t/>
            </a:r>
          </a:p>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HUD muda com o dispositivo</a:t>
            </a:r>
          </a:p>
          <a:p xmlns:a="http://schemas.openxmlformats.org/drawingml/2006/main">
            <a:r>
              <a:t/>
            </a:r>
          </a:p>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Deadzone e vibração opcional</a:t>
            </a:r>
          </a:p>
        </p:txBody>
      </p:sp>
      <p:sp>
        <p:nvSpPr>
          <p:cNvPr id="8" name="">
            <a:extLst xmlns:a="http://schemas.openxmlformats.org/drawingml/2006/main">
              <a:ext uri="{FF2B5EF4-FFF2-40B4-BE49-F238E27FC236}">
                <a16:creationId xmlns:a16="http://schemas.microsoft.com/office/drawing/2014/main" id="{C229CF4D-67F8-4567-A0E9-0808A0A6EA11}"/>
              </a:ext>
            </a:extLst>
          </p:cNvPr>
          <p:cNvSpPr>
            <a:spLocks xmlns:a="http://schemas.openxmlformats.org/drawingml/2006/main" noGrp="1"/>
          </p:cNvSpPr>
          <p:nvPr/>
        </p:nvSpPr>
        <p:spPr>
          <a:xfrm xmlns:a="http://schemas.openxmlformats.org/drawingml/2006/main">
            <a:off x="571500" y="60864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6A9A5"/>
                </a:solidFill>
                <a:latin typeface="Arial"/>
                <a:ea typeface="Arial"/>
                <a:cs typeface="Arial"/>
              </a:defRPr>
            </a:pPr>
            <a:r>
              <a:rPr sz="2025" b="0">
                <a:solidFill>
                  <a:srgbClr val="76A9A5"/>
                </a:solidFill>
                <a:latin typeface="Arial"/>
                <a:ea typeface="Arial"/>
                <a:cs typeface="Arial"/>
              </a:rPr>
              <a:t>Teclado e mouse continuam disponíveis</a:t>
            </a:r>
          </a:p>
        </p:txBody>
      </p:sp>
    </p:spTree>
    <p:extLst>
      <p:ext uri="{BB962C8B-B14F-4D97-AF65-F5344CB8AC3E}">
        <p14:creationId xmlns:p14="http://schemas.microsoft.com/office/powerpoint/2010/main" val="1933901999"/>
      </p:ext>
    </p:extLst>
  </p:cSld>
</p:sld>
</file>

<file path=ppt/slides/slide6.xml><?xml version="1.0" encoding="utf-8"?>
<p:sld xmlns:p="http://schemas.openxmlformats.org/presentationml/2006/main">
  <p:cSld>
    <p:bg>
      <p:bgPr>
        <a:solidFill xmlns:a="http://schemas.openxmlformats.org/drawingml/2006/main">
          <a:srgbClr val="0B171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D02217-E516-4C7C-9010-B6E834E2AA2A}"/>
              </a:ext>
            </a:extLst>
          </p:cNvPr>
          <p:cNvSpPr>
            <a:spLocks xmlns:a="http://schemas.openxmlformats.org/drawingml/2006/main" noGrp="1"/>
          </p:cNvSpPr>
          <p:nvPr/>
        </p:nvSpPr>
        <p:spPr>
          <a:xfrm xmlns:a="http://schemas.openxmlformats.org/drawingml/2006/main">
            <a:off x="552450" y="400050"/>
            <a:ext cx="95250" cy="495300"/>
          </a:xfrm>
          <a:prstGeom xmlns:a="http://schemas.openxmlformats.org/drawingml/2006/main" prst="rect">
            <a:avLst/>
          </a:prstGeom>
          <a:solidFill xmlns:a="http://schemas.openxmlformats.org/drawingml/2006/main">
            <a:srgbClr val="DCB05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7E9DDD-0496-43B0-9A5C-6F4170CCF380}"/>
              </a:ext>
            </a:extLst>
          </p:cNvPr>
          <p:cNvSpPr>
            <a:spLocks xmlns:a="http://schemas.openxmlformats.org/drawingml/2006/main" noGrp="1"/>
          </p:cNvSpPr>
          <p:nvPr/>
        </p:nvSpPr>
        <p:spPr>
          <a:xfrm xmlns:a="http://schemas.openxmlformats.org/drawingml/2006/main">
            <a:off x="857250" y="381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FE6BF"/>
                </a:solidFill>
                <a:latin typeface="Arial"/>
                <a:ea typeface="Arial"/>
                <a:cs typeface="Arial"/>
              </a:defRPr>
            </a:pPr>
            <a:r>
              <a:rPr sz="3150" b="1">
                <a:solidFill>
                  <a:srgbClr val="EFE6BF"/>
                </a:solidFill>
                <a:latin typeface="Arial"/>
                <a:ea typeface="Arial"/>
                <a:cs typeface="Arial"/>
              </a:rPr>
              <a:t>Alpha pronta para baixar e testar</a:t>
            </a:r>
          </a:p>
        </p:txBody>
      </p:sp>
      <p:sp>
        <p:nvSpPr>
          <p:cNvPr id="3" name="">
            <a:extLst xmlns:a="http://schemas.openxmlformats.org/drawingml/2006/main">
              <a:ext uri="{FF2B5EF4-FFF2-40B4-BE49-F238E27FC236}">
                <a16:creationId xmlns:a16="http://schemas.microsoft.com/office/drawing/2014/main" id="{F1777E66-D874-4C69-8100-CE2EE96098BD}"/>
              </a:ext>
            </a:extLst>
          </p:cNvPr>
          <p:cNvSpPr>
            <a:spLocks xmlns:a="http://schemas.openxmlformats.org/drawingml/2006/main" noGrp="1"/>
          </p:cNvSpPr>
          <p:nvPr/>
        </p:nvSpPr>
        <p:spPr>
          <a:xfrm xmlns:a="http://schemas.openxmlformats.org/drawingml/2006/main">
            <a:off x="571500" y="1181100"/>
            <a:ext cx="11049000" cy="19050"/>
          </a:xfrm>
          <a:prstGeom xmlns:a="http://schemas.openxmlformats.org/drawingml/2006/main" prst="rect">
            <a:avLst/>
          </a:prstGeom>
          <a:solidFill xmlns:a="http://schemas.openxmlformats.org/drawingml/2006/main">
            <a:srgbClr val="3654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38CD50-6B1B-431D-BED3-0F76F40E4AEF}"/>
              </a:ext>
            </a:extLst>
          </p:cNvPr>
          <p:cNvSpPr>
            <a:spLocks xmlns:a="http://schemas.openxmlformats.org/drawingml/2006/main" noGrp="1"/>
          </p:cNvSpPr>
          <p:nvPr/>
        </p:nvSpPr>
        <p:spPr>
          <a:xfrm xmlns:a="http://schemas.openxmlformats.org/drawingml/2006/main">
            <a:off x="11049000" y="62865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6A9A5"/>
                </a:solidFill>
                <a:latin typeface="Arial"/>
                <a:ea typeface="Arial"/>
                <a:cs typeface="Arial"/>
              </a:defRPr>
            </a:pPr>
            <a:r>
              <a:rPr sz="1500" b="0">
                <a:solidFill>
                  <a:srgbClr val="76A9A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D92033D-FE62-4C6C-ACA4-30203357B04A}"/>
              </a:ext>
            </a:extLst>
          </p:cNvPr>
          <p:cNvSpPr>
            <a:spLocks xmlns:a="http://schemas.openxmlformats.org/drawingml/2006/main" noGrp="1"/>
          </p:cNvSpPr>
          <p:nvPr/>
        </p:nvSpPr>
        <p:spPr>
          <a:xfrm xmlns:a="http://schemas.openxmlformats.org/drawingml/2006/main">
            <a:off x="571500" y="15811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CB058"/>
                </a:solidFill>
                <a:latin typeface="Arial"/>
                <a:ea typeface="Arial"/>
                <a:cs typeface="Arial"/>
              </a:defRPr>
            </a:pPr>
            <a:r>
              <a:rPr sz="3225" b="1">
                <a:solidFill>
                  <a:srgbClr val="DCB058"/>
                </a:solidFill>
                <a:latin typeface="Arial"/>
                <a:ea typeface="Arial"/>
                <a:cs typeface="Arial"/>
              </a:rPr>
              <a:t>jogo_varginha_build_alpha</a:t>
            </a:r>
          </a:p>
        </p:txBody>
      </p:sp>
      <p:sp>
        <p:nvSpPr>
          <p:cNvPr id="6" name="">
            <a:extLst xmlns:a="http://schemas.openxmlformats.org/drawingml/2006/main">
              <a:ext uri="{FF2B5EF4-FFF2-40B4-BE49-F238E27FC236}">
                <a16:creationId xmlns:a16="http://schemas.microsoft.com/office/drawing/2014/main" id="{6E99A54C-6A4B-4A94-917B-182AB9A929E5}"/>
              </a:ext>
            </a:extLst>
          </p:cNvPr>
          <p:cNvSpPr>
            <a:spLocks xmlns:a="http://schemas.openxmlformats.org/drawingml/2006/main" noGrp="1"/>
          </p:cNvSpPr>
          <p:nvPr/>
        </p:nvSpPr>
        <p:spPr>
          <a:xfrm xmlns:a="http://schemas.openxmlformats.org/drawingml/2006/main">
            <a:off x="571500" y="2514600"/>
            <a:ext cx="10858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FE6BF"/>
                </a:solidFill>
                <a:latin typeface="Arial"/>
                <a:ea typeface="Arial"/>
                <a:cs typeface="Arial"/>
              </a:defRPr>
            </a:pPr>
            <a:r>
              <a:rPr sz="2550" b="0">
                <a:solidFill>
                  <a:srgbClr val="EFE6BF"/>
                </a:solidFill>
                <a:latin typeface="Arial"/>
                <a:ea typeface="Arial"/>
                <a:cs typeface="Arial"/>
              </a:rPr>
              <a:t>1. Baixe o ZIP na release do GitHub</a:t>
            </a:r>
          </a:p>
          <a:p xmlns:a="http://schemas.openxmlformats.org/drawingml/2006/main">
            <a:pPr>
              <a:defRPr sz="2550" b="0">
                <a:solidFill>
                  <a:srgbClr val="EFE6BF"/>
                </a:solidFill>
                <a:latin typeface="Arial"/>
                <a:ea typeface="Arial"/>
                <a:cs typeface="Arial"/>
              </a:defRPr>
            </a:pPr>
            <a:r>
              <a:rPr sz="2550" b="0">
                <a:solidFill>
                  <a:srgbClr val="EFE6BF"/>
                </a:solidFill>
                <a:latin typeface="Arial"/>
                <a:ea typeface="Arial"/>
                <a:cs typeface="Arial"/>
              </a:rPr>
              <a:t>2. Extraia todos os arquivos</a:t>
            </a:r>
          </a:p>
          <a:p xmlns:a="http://schemas.openxmlformats.org/drawingml/2006/main">
            <a:pPr>
              <a:defRPr sz="2550" b="0">
                <a:solidFill>
                  <a:srgbClr val="EFE6BF"/>
                </a:solidFill>
                <a:latin typeface="Arial"/>
                <a:ea typeface="Arial"/>
                <a:cs typeface="Arial"/>
              </a:defRPr>
            </a:pPr>
            <a:r>
              <a:rPr sz="2550" b="0">
                <a:solidFill>
                  <a:srgbClr val="EFE6BF"/>
                </a:solidFill>
                <a:latin typeface="Arial"/>
                <a:ea typeface="Arial"/>
                <a:cs typeface="Arial"/>
              </a:rPr>
              <a:t>3. Abra jogo_varginha_build_alpha.exe</a:t>
            </a:r>
          </a:p>
        </p:txBody>
      </p:sp>
      <p:sp>
        <p:nvSpPr>
          <p:cNvPr id="7" name="">
            <a:extLst xmlns:a="http://schemas.openxmlformats.org/drawingml/2006/main">
              <a:ext uri="{FF2B5EF4-FFF2-40B4-BE49-F238E27FC236}">
                <a16:creationId xmlns:a16="http://schemas.microsoft.com/office/drawing/2014/main" id="{BA4E12FB-582E-460C-85CD-1CE1B1F508AC}"/>
              </a:ext>
            </a:extLst>
          </p:cNvPr>
          <p:cNvSpPr>
            <a:spLocks xmlns:a="http://schemas.openxmlformats.org/drawingml/2006/main" noGrp="1"/>
          </p:cNvSpPr>
          <p:nvPr/>
        </p:nvSpPr>
        <p:spPr>
          <a:xfrm xmlns:a="http://schemas.openxmlformats.org/drawingml/2006/main">
            <a:off x="571500" y="455295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76A9A5"/>
                </a:solidFill>
                <a:latin typeface="Arial"/>
                <a:ea typeface="Arial"/>
                <a:cs typeface="Arial"/>
              </a:defRPr>
            </a:pPr>
            <a:r>
              <a:rPr sz="3900" b="1">
                <a:solidFill>
                  <a:srgbClr val="76A9A5"/>
                </a:solidFill>
                <a:latin typeface="Arial"/>
                <a:ea typeface="Arial"/>
                <a:cs typeface="Arial"/>
              </a:rPr>
              <a:t>99/99</a:t>
            </a:r>
          </a:p>
        </p:txBody>
      </p:sp>
      <p:sp>
        <p:nvSpPr>
          <p:cNvPr id="8" name="">
            <a:extLst xmlns:a="http://schemas.openxmlformats.org/drawingml/2006/main">
              <a:ext uri="{FF2B5EF4-FFF2-40B4-BE49-F238E27FC236}">
                <a16:creationId xmlns:a16="http://schemas.microsoft.com/office/drawing/2014/main" id="{7F81B261-F498-4C8E-886F-931B6110E6A5}"/>
              </a:ext>
            </a:extLst>
          </p:cNvPr>
          <p:cNvSpPr>
            <a:spLocks xmlns:a="http://schemas.openxmlformats.org/drawingml/2006/main" noGrp="1"/>
          </p:cNvSpPr>
          <p:nvPr/>
        </p:nvSpPr>
        <p:spPr>
          <a:xfrm xmlns:a="http://schemas.openxmlformats.org/drawingml/2006/main">
            <a:off x="571500" y="52292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testes no Editor</a:t>
            </a:r>
          </a:p>
        </p:txBody>
      </p:sp>
      <p:sp>
        <p:nvSpPr>
          <p:cNvPr id="9" name="">
            <a:extLst xmlns:a="http://schemas.openxmlformats.org/drawingml/2006/main">
              <a:ext uri="{FF2B5EF4-FFF2-40B4-BE49-F238E27FC236}">
                <a16:creationId xmlns:a16="http://schemas.microsoft.com/office/drawing/2014/main" id="{E4B41E90-CFCA-4BDB-8B83-669D2B3C8461}"/>
              </a:ext>
            </a:extLst>
          </p:cNvPr>
          <p:cNvSpPr>
            <a:spLocks xmlns:a="http://schemas.openxmlformats.org/drawingml/2006/main" noGrp="1"/>
          </p:cNvSpPr>
          <p:nvPr/>
        </p:nvSpPr>
        <p:spPr>
          <a:xfrm xmlns:a="http://schemas.openxmlformats.org/drawingml/2006/main">
            <a:off x="4572000" y="45529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76A9A5"/>
                </a:solidFill>
                <a:latin typeface="Arial"/>
                <a:ea typeface="Arial"/>
                <a:cs typeface="Arial"/>
              </a:defRPr>
            </a:pPr>
            <a:r>
              <a:rPr sz="3900" b="1">
                <a:solidFill>
                  <a:srgbClr val="76A9A5"/>
                </a:solidFill>
                <a:latin typeface="Arial"/>
                <a:ea typeface="Arial"/>
                <a:cs typeface="Arial"/>
              </a:rPr>
              <a:t>45 casos</a:t>
            </a:r>
          </a:p>
        </p:txBody>
      </p:sp>
      <p:sp>
        <p:nvSpPr>
          <p:cNvPr id="10" name="">
            <a:extLst xmlns:a="http://schemas.openxmlformats.org/drawingml/2006/main">
              <a:ext uri="{FF2B5EF4-FFF2-40B4-BE49-F238E27FC236}">
                <a16:creationId xmlns:a16="http://schemas.microsoft.com/office/drawing/2014/main" id="{946EEDD6-346F-40A8-A8CA-431214BFB896}"/>
              </a:ext>
            </a:extLst>
          </p:cNvPr>
          <p:cNvSpPr>
            <a:spLocks xmlns:a="http://schemas.openxmlformats.org/drawingml/2006/main" noGrp="1"/>
          </p:cNvSpPr>
          <p:nvPr/>
        </p:nvSpPr>
        <p:spPr>
          <a:xfrm xmlns:a="http://schemas.openxmlformats.org/drawingml/2006/main">
            <a:off x="4572000" y="52292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Play Mode, após retestes</a:t>
            </a:r>
          </a:p>
        </p:txBody>
      </p:sp>
      <p:sp>
        <p:nvSpPr>
          <p:cNvPr id="11" name="">
            <a:extLst xmlns:a="http://schemas.openxmlformats.org/drawingml/2006/main">
              <a:ext uri="{FF2B5EF4-FFF2-40B4-BE49-F238E27FC236}">
                <a16:creationId xmlns:a16="http://schemas.microsoft.com/office/drawing/2014/main" id="{0EB52446-050D-4B71-9C18-3AC40AA77D4F}"/>
              </a:ext>
            </a:extLst>
          </p:cNvPr>
          <p:cNvSpPr>
            <a:spLocks xmlns:a="http://schemas.openxmlformats.org/drawingml/2006/main" noGrp="1"/>
          </p:cNvSpPr>
          <p:nvPr/>
        </p:nvSpPr>
        <p:spPr>
          <a:xfrm xmlns:a="http://schemas.openxmlformats.org/drawingml/2006/main">
            <a:off x="8763000" y="45529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76A9A5"/>
                </a:solidFill>
                <a:latin typeface="Arial"/>
                <a:ea typeface="Arial"/>
                <a:cs typeface="Arial"/>
              </a:defRPr>
            </a:pPr>
            <a:r>
              <a:rPr sz="3900" b="1">
                <a:solidFill>
                  <a:srgbClr val="76A9A5"/>
                </a:solidFill>
                <a:latin typeface="Arial"/>
                <a:ea typeface="Arial"/>
                <a:cs typeface="Arial"/>
              </a:rPr>
              <a:t>0 erros</a:t>
            </a:r>
          </a:p>
        </p:txBody>
      </p:sp>
      <p:sp>
        <p:nvSpPr>
          <p:cNvPr id="12" name="">
            <a:extLst xmlns:a="http://schemas.openxmlformats.org/drawingml/2006/main">
              <a:ext uri="{FF2B5EF4-FFF2-40B4-BE49-F238E27FC236}">
                <a16:creationId xmlns:a16="http://schemas.microsoft.com/office/drawing/2014/main" id="{C45936FA-40E9-4EA8-8CC4-D096985B5535}"/>
              </a:ext>
            </a:extLst>
          </p:cNvPr>
          <p:cNvSpPr>
            <a:spLocks xmlns:a="http://schemas.openxmlformats.org/drawingml/2006/main" noGrp="1"/>
          </p:cNvSpPr>
          <p:nvPr/>
        </p:nvSpPr>
        <p:spPr>
          <a:xfrm xmlns:a="http://schemas.openxmlformats.org/drawingml/2006/main">
            <a:off x="8763000" y="52292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E6BF"/>
                </a:solidFill>
                <a:latin typeface="Arial"/>
                <a:ea typeface="Arial"/>
                <a:cs typeface="Arial"/>
              </a:defRPr>
            </a:pPr>
            <a:r>
              <a:rPr sz="2025" b="0">
                <a:solidFill>
                  <a:srgbClr val="EFE6BF"/>
                </a:solidFill>
                <a:latin typeface="Arial"/>
                <a:ea typeface="Arial"/>
                <a:cs typeface="Arial"/>
              </a:rPr>
              <a:t>na build Windows</a:t>
            </a:r>
          </a:p>
        </p:txBody>
      </p:sp>
      <p:sp>
        <p:nvSpPr>
          <p:cNvPr id="13" name="">
            <a:extLst xmlns:a="http://schemas.openxmlformats.org/drawingml/2006/main">
              <a:ext uri="{FF2B5EF4-FFF2-40B4-BE49-F238E27FC236}">
                <a16:creationId xmlns:a16="http://schemas.microsoft.com/office/drawing/2014/main" id="{070E49B7-2BA4-4F3C-9CE6-4E53ACC2DB79}"/>
              </a:ext>
            </a:extLst>
          </p:cNvPr>
          <p:cNvSpPr>
            <a:spLocks xmlns:a="http://schemas.openxmlformats.org/drawingml/2006/main" noGrp="1"/>
          </p:cNvSpPr>
          <p:nvPr/>
        </p:nvSpPr>
        <p:spPr>
          <a:xfrm xmlns:a="http://schemas.openxmlformats.org/drawingml/2006/main">
            <a:off x="571500" y="61150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1C3C1"/>
                </a:solidFill>
                <a:latin typeface="Arial"/>
                <a:ea typeface="Arial"/>
                <a:cs typeface="Arial"/>
              </a:defRPr>
            </a:pPr>
            <a:r>
              <a:rPr sz="1800" b="0">
                <a:solidFill>
                  <a:srgbClr val="B1C3C1"/>
                </a:solidFill>
                <a:latin typeface="Arial"/>
                <a:ea typeface="Arial"/>
                <a:cs typeface="Arial"/>
              </a:rPr>
              <a:t>Alpha de testes • README e guia de puzzles atualizados</a:t>
            </a:r>
          </a:p>
        </p:txBody>
      </p:sp>
    </p:spTree>
    <p:extLst>
      <p:ext uri="{BB962C8B-B14F-4D97-AF65-F5344CB8AC3E}">
        <p14:creationId xmlns:p14="http://schemas.microsoft.com/office/powerpoint/2010/main" val="505505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2026-10-07T23:13:38.6880000Z</dcterms:created>
  <dcterms:modified xsi:type="dcterms:W3CDTF">2026-10-07T23:13:38.6880000Z</dcterms:modified>
</coreProperties>
</file>