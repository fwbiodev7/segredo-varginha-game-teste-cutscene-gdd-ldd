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bd0ab081184c1f" /><Relationship Type="http://schemas.openxmlformats.org/officeDocument/2006/relationships/extended-properties" Target="/docProps/app.xml" Id="R3ee3b070ffdd43e1" /><Relationship Type="http://schemas.openxmlformats.org/officeDocument/2006/relationships/officeDocument" Target="/ppt/presentation.xml" Id="Rbbc7f9f105e943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dd9e20cef64b6b"/>
  </p:sldMasterIdLst>
  <p:notesMasterIdLst>
    <p:notesMasterId xmlns:r="http://schemas.openxmlformats.org/officeDocument/2006/relationships" r:id="R2bfde873f7634d38"/>
  </p:notesMasterIdLst>
  <p:sldIdLst>
    <p:sldId xmlns:r="http://schemas.openxmlformats.org/officeDocument/2006/relationships" id="256" r:id="R5c0836c432144acd"/>
    <p:sldId xmlns:r="http://schemas.openxmlformats.org/officeDocument/2006/relationships" id="257" r:id="Rf645bd20980d4d2f"/>
    <p:sldId xmlns:r="http://schemas.openxmlformats.org/officeDocument/2006/relationships" id="258" r:id="Rd61eef4804014c52"/>
    <p:sldId xmlns:r="http://schemas.openxmlformats.org/officeDocument/2006/relationships" id="259" r:id="Rad321cdac8c94a57"/>
    <p:sldId xmlns:r="http://schemas.openxmlformats.org/officeDocument/2006/relationships" id="260" r:id="R3f3f765a21a442a8"/>
    <p:sldId xmlns:r="http://schemas.openxmlformats.org/officeDocument/2006/relationships" id="261" r:id="R210a47cfa4254551"/>
    <p:sldId xmlns:r="http://schemas.openxmlformats.org/officeDocument/2006/relationships" id="262" r:id="R17cfeff533df4b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e5eecbeacb4d14" /><Relationship Type="http://schemas.openxmlformats.org/officeDocument/2006/relationships/slideMaster" Target="/ppt/slideMasters/slideMaster1.xml" Id="R4bdd9e20cef64b6b" /><Relationship Type="http://schemas.openxmlformats.org/officeDocument/2006/relationships/notesMaster" Target="/ppt/notesMasters/notesMaster1.xml" Id="R2bfde873f7634d38" /><Relationship Type="http://schemas.openxmlformats.org/officeDocument/2006/relationships/presProps" Target="/ppt/presProps.xml" Id="R00fe21fe9d794810" /><Relationship Type="http://schemas.openxmlformats.org/officeDocument/2006/relationships/tableStyles" Target="/ppt/tableStyles.xml" Id="R23222b0ad7ca4f09" /><Relationship Type="http://schemas.openxmlformats.org/officeDocument/2006/relationships/slide" Target="/ppt/slides/slide1.xml" Id="R5c0836c432144acd" /><Relationship Type="http://schemas.openxmlformats.org/officeDocument/2006/relationships/slide" Target="/ppt/slides/slide2.xml" Id="Rf645bd20980d4d2f" /><Relationship Type="http://schemas.openxmlformats.org/officeDocument/2006/relationships/slide" Target="/ppt/slides/slide3.xml" Id="Rd61eef4804014c52" /><Relationship Type="http://schemas.openxmlformats.org/officeDocument/2006/relationships/slide" Target="/ppt/slides/slide4.xml" Id="Rad321cdac8c94a57" /><Relationship Type="http://schemas.openxmlformats.org/officeDocument/2006/relationships/slide" Target="/ppt/slides/slide5.xml" Id="R3f3f765a21a442a8" /><Relationship Type="http://schemas.openxmlformats.org/officeDocument/2006/relationships/slide" Target="/ppt/slides/slide6.xml" Id="R210a47cfa4254551" /><Relationship Type="http://schemas.openxmlformats.org/officeDocument/2006/relationships/slide" Target="/ppt/slides/slide7.xml" Id="R17cfeff533df4b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601512a9b9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a2530af4214caa" /><Relationship Type="http://schemas.openxmlformats.org/officeDocument/2006/relationships/notesMaster" Target="/ppt/notesMasters/notesMaster1.xml" Id="Rec725fe77abc45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c9460b70904ba5" /><Relationship Type="http://schemas.openxmlformats.org/officeDocument/2006/relationships/notesMaster" Target="/ppt/notesMasters/notesMaster1.xml" Id="Rd2dca09f058745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73272be9054971" /><Relationship Type="http://schemas.openxmlformats.org/officeDocument/2006/relationships/notesMaster" Target="/ppt/notesMasters/notesMaster1.xml" Id="R02f736cb74c84a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8cc98cda5c47a2" /><Relationship Type="http://schemas.openxmlformats.org/officeDocument/2006/relationships/notesMaster" Target="/ppt/notesMasters/notesMaster1.xml" Id="R465b9a006a4a4f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921558aee44589" /><Relationship Type="http://schemas.openxmlformats.org/officeDocument/2006/relationships/notesMaster" Target="/ppt/notesMasters/notesMaster1.xml" Id="Rd6598a0385c34c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13ad29f2224aa4" /><Relationship Type="http://schemas.openxmlformats.org/officeDocument/2006/relationships/notesMaster" Target="/ppt/notesMasters/notesMaster1.xml" Id="R640aa8cdea1242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8f2d47eb6545a9" /><Relationship Type="http://schemas.openxmlformats.org/officeDocument/2006/relationships/notesMaster" Target="/ppt/notesMasters/notesMaster1.xml" Id="R5dfae6ce754b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Período: 2 a 8 de outubro de 2026. Reunião: 9 de outubro de 2026. Referência visual: PDF O_Segredo_de_Varginha_Alpha_Reuniao fornecido pelo usuário. Fontes dos resultados: Docs/Remaster20261008/results-summary.json e relatórios XML. A alpha publicada em 7 de outubro e o remaster local são entregas distintas.</a:t>
            </a:r>
          </a:p>
          <a:p xmlns:a="http://schemas.openxmlformats.org/drawingml/2006/main">
            <a:br/>
            <a:r>
              <a:t>A arte da mata foi extraída do PDF original; representa a identidade já existente, não uma captura desta rodada.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Período: 2 a 8 de outubro de 2026. Reunião: 9 de outubro de 2026. Referência visual: PDF O_Segredo_de_Varginha_Alpha_Reuniao fornecido pelo usuário. Fontes dos resultados: Docs/Remaster20261008/results-summary.json e relatórios XML. A alpha publicada em 7 de outubro e o remaster local são entregas distintas.</a:t>
            </a:r>
          </a:p>
          <a:p xmlns:a="http://schemas.openxmlformats.org/drawingml/2006/main">
            <a:br/>
            <a:r>
              <a:t>Estrutura de 14 fases confirmada em CampaignSequence. Histórico de 7 de outubro: Docs/CampanhaOficial/RELATORIO_REVISAO_20261007.md.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Período: 2 a 8 de outubro de 2026. Reunião: 9 de outubro de 2026. Referência visual: PDF O_Segredo_de_Varginha_Alpha_Reuniao fornecido pelo usuário. Fontes dos resultados: Docs/Remaster20261008/results-summary.json e relatórios XML. A alpha publicada em 7 de outubro e o remaster local são entregas distintas.</a:t>
            </a:r>
          </a:p>
          <a:p xmlns:a="http://schemas.openxmlformats.org/drawingml/2006/main">
            <a:br/>
            <a:r>
              <a:t>Capturas reais da execução atual. Enquadramentos sem zoom contínuo para preservar a escala da pixel art. Fade entre capítulos, crossfade em interiores e interferência breve na lembrança. Sem migração de render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Período: 2 a 8 de outubro de 2026. Reunião: 9 de outubro de 2026. Referência visual: PDF O_Segredo_de_Varginha_Alpha_Reuniao fornecido pelo usuário. Fontes dos resultados: Docs/Remaster20261008/results-summary.json e relatórios XML. A alpha publicada em 7 de outubro e o remaster local são entregas distintas.</a:t>
            </a:r>
          </a:p>
          <a:p xmlns:a="http://schemas.openxmlformats.org/drawingml/2006/main">
            <a:br/>
            <a:r>
              <a:t>Imagem do Fusca extraída do PDF de referência e preservada. Novas mudanças do remaster atuam na câmera, transição e áudio; não substituem esse sprite.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Período: 2 a 8 de outubro de 2026. Reunião: 9 de outubro de 2026. Referência visual: PDF O_Segredo_de_Varginha_Alpha_Reuniao fornecido pelo usuário. Fontes dos resultados: Docs/Remaster20261008/results-summary.json e relatórios XML. A alpha publicada em 7 de outubro e o remaster local são entregas distintas.</a:t>
            </a:r>
          </a:p>
          <a:p xmlns:a="http://schemas.openxmlformats.org/drawingml/2006/main">
            <a:br/>
            <a:r>
              <a:t>Diagrama de controle preservado do PDF original. Os testes de software não certificam motores ou comportamento de um dispositivo físico.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Período: 2 a 8 de outubro de 2026. Reunião: 9 de outubro de 2026. Referência visual: PDF O_Segredo_de_Varginha_Alpha_Reuniao fornecido pelo usuário. Fontes dos resultados: Docs/Remaster20261008/results-summary.json e relatórios XML. A alpha publicada em 7 de outubro e o remaster local são entregas distintas.</a:t>
            </a:r>
          </a:p>
          <a:p xmlns:a="http://schemas.openxmlformats.org/drawingml/2006/main">
            <a:br/>
            <a:r>
              <a:t>Edit Mode completo: resultados em editmode-results.xml. Comparação sem o remaster: baseline-results.xml, 16 casos, 12 falhas iguais. Play Mode: playmode-results.xml; confirmar eventual reteste no results-summary.json. Não declarar todos os testes do repositório aprovados.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Período: 2 a 8 de outubro de 2026. Reunião: 9 de outubro de 2026. Referência visual: PDF O_Segredo_de_Varginha_Alpha_Reuniao fornecido pelo usuário. Fontes dos resultados: Docs/Remaster20261008/results-summary.json e relatórios XML. A alpha publicada em 7 de outubro e o remaster local são entregas distintas.</a:t>
            </a:r>
          </a:p>
          <a:p xmlns:a="http://schemas.openxmlformats.org/drawingml/2006/main">
            <a:br/>
            <a:r>
              <a:t>O usuário pediu um aviso sonoro alto ao concluir toda a entrega. O som de conclusão será reproduzido no computador após os arquivos finais estarem prontos.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739b74e9046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6a25d284c47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4a4aac96c4a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0a0fcbfa84b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051ffdb9649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8bddbe25a4a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184385-F924-4205-9231-567F8CCE86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E35B70-9E5E-4738-A615-95FBE74915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A75081-AB67-47C8-BA70-D48CD1F432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9B4ECB-1BCD-4CB7-9426-D0B961CB95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595B84-D805-4041-8109-ED69BBE566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32BE31-7E36-474D-ACA7-09C8391DD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6F17C1-8E67-49B4-BBD9-B531F9BABA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441EEA-2EC8-4650-8CF4-CE5DC63A2B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C6762E-0B49-4B1F-8084-956606A534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345D6E-A8E6-46A9-A27B-1E2A52C7A1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60c51b44a64a9d" /><Relationship Type="http://schemas.openxmlformats.org/officeDocument/2006/relationships/slideLayout" Target="/ppt/slideLayouts/slideLayout1.xml" Id="Re501f2480df149b4" /><Relationship Type="http://schemas.openxmlformats.org/officeDocument/2006/relationships/slideLayout" Target="/ppt/slideLayouts/slideLayout2.xml" Id="Re5e68f1f4b204788" /><Relationship Type="http://schemas.openxmlformats.org/officeDocument/2006/relationships/slideLayout" Target="/ppt/slideLayouts/slideLayout3.xml" Id="Rc02e93dc1a2c4bf1" /><Relationship Type="http://schemas.openxmlformats.org/officeDocument/2006/relationships/slideLayout" Target="/ppt/slideLayouts/slideLayout4.xml" Id="Rf77b466acd084b41" /><Relationship Type="http://schemas.openxmlformats.org/officeDocument/2006/relationships/slideLayout" Target="/ppt/slideLayouts/slideLayout5.xml" Id="R0404ff94d4ac476b" /><Relationship Type="http://schemas.openxmlformats.org/officeDocument/2006/relationships/slideLayout" Target="/ppt/slideLayouts/slideLayout6.xml" Id="Re5a11104ce514f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01f2480df149b4"/>
    <p:sldLayoutId xmlns:r="http://schemas.openxmlformats.org/officeDocument/2006/relationships" id="2147483650" r:id="Re5e68f1f4b204788"/>
    <p:sldLayoutId xmlns:r="http://schemas.openxmlformats.org/officeDocument/2006/relationships" id="2147483651" r:id="Rc02e93dc1a2c4bf1"/>
    <p:sldLayoutId xmlns:r="http://schemas.openxmlformats.org/officeDocument/2006/relationships" id="2147483652" r:id="Rf77b466acd084b41"/>
    <p:sldLayoutId xmlns:r="http://schemas.openxmlformats.org/officeDocument/2006/relationships" id="2147483653" r:id="R0404ff94d4ac476b"/>
    <p:sldLayoutId xmlns:r="http://schemas.openxmlformats.org/officeDocument/2006/relationships" id="2147483654" r:id="Re5a11104ce514f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3be49c58ca4ca2" /><Relationship Type="http://schemas.openxmlformats.org/officeDocument/2006/relationships/image" Target="/ppt/media/image.jpeg" Id="Rf7baf4fc740f48dc" /><Relationship Type="http://schemas.openxmlformats.org/officeDocument/2006/relationships/notesSlide" Target="/ppt/notesSlides/notesSlide1.xml" Id="R11ac310804854d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567267c144013" /><Relationship Type="http://schemas.openxmlformats.org/officeDocument/2006/relationships/notesSlide" Target="/ppt/notesSlides/notesSlide2.xml" Id="Rff9cfc7db5a242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b1d0fccae4753" /><Relationship Type="http://schemas.openxmlformats.org/officeDocument/2006/relationships/image" Target="/ppt/media/image.png" Id="R59a48d5147134356" /><Relationship Type="http://schemas.openxmlformats.org/officeDocument/2006/relationships/image" Target="/ppt/media/image2.png" Id="R1bfc2fab7b7f46f3" /><Relationship Type="http://schemas.openxmlformats.org/officeDocument/2006/relationships/notesSlide" Target="/ppt/notesSlides/notesSlide3.xml" Id="R9421e2fb3fd54c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af520f02b40ac" /><Relationship Type="http://schemas.openxmlformats.org/officeDocument/2006/relationships/image" Target="/ppt/media/image2.jpeg" Id="R7a3762ba195c4d07" /><Relationship Type="http://schemas.openxmlformats.org/officeDocument/2006/relationships/notesSlide" Target="/ppt/notesSlides/notesSlide4.xml" Id="Rc125e1a3ba7c49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b38ee6b3e4dfe" /><Relationship Type="http://schemas.openxmlformats.org/officeDocument/2006/relationships/image" Target="/ppt/media/image3.jpeg" Id="R0ffe00d04c844e1e" /><Relationship Type="http://schemas.openxmlformats.org/officeDocument/2006/relationships/notesSlide" Target="/ppt/notesSlides/notesSlide5.xml" Id="Rf18b265fbf484a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1b1466cf849b8" /><Relationship Type="http://schemas.openxmlformats.org/officeDocument/2006/relationships/notesSlide" Target="/ppt/notesSlides/notesSlide6.xml" Id="R8f1ea2e782cc49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17a9fcbcf94a72" /><Relationship Type="http://schemas.openxmlformats.org/officeDocument/2006/relationships/notesSlide" Target="/ppt/notesSlides/notesSlide7.xml" Id="R9d5b4042eff047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7D7C5-B31E-4610-B88C-F2B947B0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82600"/>
            <a:ext cx="6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D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B3B56-EEC7-45F4-9DDE-FE9A1D42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9525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9FBAB5"/>
                </a:solidFill>
                <a:latin typeface="Arial"/>
                <a:ea typeface="Arial"/>
                <a:cs typeface="Arial"/>
              </a:rPr>
              <a:t>O SEGREDO DE VARGINHA  /  SPRINT 09.10.2026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04B08-3C5D-4E9A-81B9-C3CB0257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95300"/>
            <a:ext cx="457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5BD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B29EA-D2EC-472E-98A2-2B642D87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64643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6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7F981-DA59-4C37-BF58-561358E4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4600"/>
            <a:ext cx="109982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O SEGREDO DE VARGINHA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F604B-451D-4FBB-B2FF-C29003AC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0447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Sprint de sexta-feira  •  9 de outubro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435AC-E82A-4FA8-AB3A-112B4C0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5905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Remaster cinematográfico</a:t>
            </a:r>
          </a:p>
          <a:p xmlns:a="http://schemas.openxmlformats.org/drawingml/2006/main">
            <a:pPr>
              <a:defRPr sz="3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e evolução da alpha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AB8D8-DC95-47B9-8C78-04ED87FC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5029200"/>
            <a:ext cx="61595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C9AC"/>
                </a:solidFill>
                <a:latin typeface="Arial"/>
                <a:ea typeface="Arial"/>
                <a:cs typeface="Arial"/>
              </a:rPr>
              <a:t>14 fases  /  Fusca original  /  Controle integrado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57850-F245-4867-AC90-330B234992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af4fc740f48dc"/>
          <a:srcRect xmlns:a="http://schemas.openxmlformats.org/drawingml/2006/main" l="8615" t="0" r="86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5000" y="2476500"/>
            <a:ext cx="4445000" cy="3581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88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F8F2E-6DD2-4EBF-BF3D-FB37F630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82600"/>
            <a:ext cx="6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D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85A11-007E-4F23-83C3-528781A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9525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9FBAB5"/>
                </a:solidFill>
                <a:latin typeface="Arial"/>
                <a:ea typeface="Arial"/>
                <a:cs typeface="Arial"/>
              </a:rPr>
              <a:t>O SEGREDO DE VARGINHA  /  SPRINT 09.10.2026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F9309-903A-4C96-9381-61A0C92A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95300"/>
            <a:ext cx="457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5BD5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0B5AC-A6CD-460A-A97D-802CABB0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64643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6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98387-9A4F-4662-B968-8A0A4A63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4600"/>
            <a:ext cx="109982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14 fases e progressão preservada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0F547-D5BF-4CF1-AE4D-56E4C5B0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0447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Investigações, passagens e saves mantêm a estrutura atual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0FE42-946F-494F-809D-E5085E40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603500"/>
            <a:ext cx="3530600" cy="2374900"/>
          </a:xfrm>
          <a:prstGeom xmlns:a="http://schemas.openxmlformats.org/drawingml/2006/main" prst="roundRect">
            <a:avLst>
              <a:gd name="adj" fmla="val 9626"/>
            </a:avLst>
          </a:prstGeom>
          <a:solidFill xmlns:a="http://schemas.openxmlformats.org/drawingml/2006/main">
            <a:srgbClr val="1123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D8AF5-A630-48FC-B43F-819C8F26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508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9A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2C970-FE5A-4E7D-B125-03E29BA3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2844800"/>
            <a:ext cx="29337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CAMPANHA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41C70-12CC-4FD0-81EE-D6E92F06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3517900"/>
            <a:ext cx="29210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Câmaras do Selo removida.</a:t>
            </a:r>
          </a:p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Saves antigos compatíveis.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BC143-ED48-4008-B97B-5843F89F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03500"/>
            <a:ext cx="3530600" cy="2374900"/>
          </a:xfrm>
          <a:prstGeom xmlns:a="http://schemas.openxmlformats.org/drawingml/2006/main" prst="roundRect">
            <a:avLst>
              <a:gd name="adj" fmla="val 9626"/>
            </a:avLst>
          </a:prstGeom>
          <a:solidFill xmlns:a="http://schemas.openxmlformats.org/drawingml/2006/main">
            <a:srgbClr val="1123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934AC-7F9C-4704-A928-D8D3BEDF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819400"/>
            <a:ext cx="508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D5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3035A-D34A-4897-AA5A-BA965EF9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900" y="2844800"/>
            <a:ext cx="29337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CASA DA OUZANA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2890A-996B-45C6-92FD-74A2A744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900" y="3517900"/>
            <a:ext cx="29210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Saída funcional para</a:t>
            </a:r>
          </a:p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continuar a campanha.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B27B1-C356-4049-94B6-6A79629A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03500"/>
            <a:ext cx="3530600" cy="2374900"/>
          </a:xfrm>
          <a:prstGeom xmlns:a="http://schemas.openxmlformats.org/drawingml/2006/main" prst="roundRect">
            <a:avLst>
              <a:gd name="adj" fmla="val 9626"/>
            </a:avLst>
          </a:prstGeom>
          <a:solidFill xmlns:a="http://schemas.openxmlformats.org/drawingml/2006/main">
            <a:srgbClr val="11232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D536D-9442-41CE-B9F2-5E78B843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819400"/>
            <a:ext cx="508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9A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36946-C725-4585-AAE2-AAABB402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44800"/>
            <a:ext cx="29337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CASARÃO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367E8-ACB3-4274-9B12-9331037F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17900"/>
            <a:ext cx="29210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Passagens entre cômodos,</a:t>
            </a:r>
          </a:p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jardim e porão.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A9064-D4DF-429F-80BD-9377F976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5651500"/>
            <a:ext cx="106299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Circuitos do confronto final preservados  •  Roteiro e diálogos mantidos</a:t>
            </a:r>
          </a:p>
        </p:txBody>
      </p:sp>
    </p:spTree>
    <p:extLst>
      <p:ext uri="{BB962C8B-B14F-4D97-AF65-F5344CB8AC3E}">
        <p14:creationId xmlns:p14="http://schemas.microsoft.com/office/powerpoint/2010/main" val="1640244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37AFC-2C86-45E5-9C8E-40AF4034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82600"/>
            <a:ext cx="6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D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7A7B6-B313-46FB-820D-7B40835D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9525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9FBAB5"/>
                </a:solidFill>
                <a:latin typeface="Arial"/>
                <a:ea typeface="Arial"/>
                <a:cs typeface="Arial"/>
              </a:rPr>
              <a:t>O SEGREDO DE VARGINHA  /  SPRINT 09.10.2026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F660F-8C43-45BF-86C3-9CC1DC2A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95300"/>
            <a:ext cx="457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5BD5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65261-E093-4A2F-B237-CD5E9163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64643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6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CE5B0-1E13-4F1A-B49C-4CCF4AF9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4600"/>
            <a:ext cx="109982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Remaster cinematográfico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3C262-F3B3-4D06-AA30-2942ABA1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0447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Enquadramentos nas pistas, som contínuo e atmosfera discreta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0A1CC-BEA4-4FB0-ABE3-B7341BC08B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48d5147134356"/>
          <a:stretch xmlns:a="http://schemas.openxmlformats.org/drawingml/2006/main"/>
        </p:blipFill>
        <p:spPr>
          <a:xfrm xmlns:a="http://schemas.openxmlformats.org/drawingml/2006/main">
            <a:off x="685800" y="2722670"/>
            <a:ext cx="5143500" cy="255566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B7885-2697-4B0B-9705-79F3A59BD2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c2fab7b7f46f3"/>
          <a:stretch xmlns:a="http://schemas.openxmlformats.org/drawingml/2006/main"/>
        </p:blipFill>
        <p:spPr>
          <a:xfrm xmlns:a="http://schemas.openxmlformats.org/drawingml/2006/main">
            <a:off x="6502400" y="2722670"/>
            <a:ext cx="5143500" cy="255566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1EB1E-54F0-4AD6-9FF5-77A6FFC5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3400"/>
            <a:ext cx="51816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55C9AC"/>
                </a:solidFill>
                <a:latin typeface="Arial"/>
                <a:ea typeface="Arial"/>
                <a:cs typeface="Arial"/>
              </a:rPr>
              <a:t>PRÓLOGO E DESCOBERTAS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136B5-132B-48C0-83B7-7D35C829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51689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4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Direção de câmera e variação leve da luz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22E34-69FB-43B6-B5E9-674DCF10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5613400"/>
            <a:ext cx="5207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55C9AC"/>
                </a:solidFill>
                <a:latin typeface="Arial"/>
                <a:ea typeface="Arial"/>
                <a:cs typeface="Arial"/>
              </a:rPr>
              <a:t>ESCOLA E TRANSIÇÕES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E6883-66E1-4448-8115-213CA5E5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6019800"/>
            <a:ext cx="5207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4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Crossfade contextual e áudio antecipado</a:t>
            </a:r>
          </a:p>
        </p:txBody>
      </p:sp>
    </p:spTree>
    <p:extLst>
      <p:ext uri="{BB962C8B-B14F-4D97-AF65-F5344CB8AC3E}">
        <p14:creationId xmlns:p14="http://schemas.microsoft.com/office/powerpoint/2010/main" val="1552927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292F4-CA83-427F-95DF-EBC79EC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82600"/>
            <a:ext cx="6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D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61038-E7E5-4AB8-B2C3-4D9DF8D1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9525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9FBAB5"/>
                </a:solidFill>
                <a:latin typeface="Arial"/>
                <a:ea typeface="Arial"/>
                <a:cs typeface="Arial"/>
              </a:rPr>
              <a:t>O SEGREDO DE VARGINHA  /  SPRINT 09.10.2026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DE2C7-61AE-4C65-BF2F-BB17FC22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95300"/>
            <a:ext cx="457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5BD5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CEFD6-6CAA-43E1-8C66-C33E84B6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64643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6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611E3-4E62-466F-A9AB-7C073BF3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4600"/>
            <a:ext cx="109982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O Fusca conserva sua identidade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D2D8D-F2AA-441C-9B57-0BF57A14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0447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Sprite original, faróis alinhados e deslocamentos mais naturais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0DAD0-5AB3-4F13-950B-6E88F74E7D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762ba195c4d07"/>
          <a:stretch xmlns:a="http://schemas.openxmlformats.org/drawingml/2006/main"/>
        </p:blipFill>
        <p:spPr>
          <a:xfrm xmlns:a="http://schemas.openxmlformats.org/drawingml/2006/main">
            <a:off x="751417" y="2324100"/>
            <a:ext cx="4910667" cy="368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F4E03-96F8-4719-8AC4-BD1D5127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24100"/>
            <a:ext cx="4889500" cy="292100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1232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913DF-8CD1-4198-B721-FE2F7C29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514600"/>
            <a:ext cx="50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D5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21A36-6CDB-43AA-8513-149F974A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200" y="2565400"/>
            <a:ext cx="42418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FARÓIS E AMBIENTAÇÃO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FF94D-6FDC-40D7-AA92-564386ED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200" y="3213100"/>
            <a:ext cx="40513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Luz parte do farol do sprite.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Transições suaves de deslocamento</a:t>
            </a:r>
          </a:p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e continuidade do ambiente sonoro.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3A413-BFFB-4BC9-8589-1E9EFE39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5651500"/>
            <a:ext cx="471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5C9AC"/>
                </a:solidFill>
                <a:latin typeface="Arial"/>
                <a:ea typeface="Arial"/>
                <a:cs typeface="Arial"/>
              </a:rPr>
              <a:t>INTERAÇÃO   W no teclado  •  A no controle</a:t>
            </a:r>
          </a:p>
        </p:txBody>
      </p:sp>
    </p:spTree>
    <p:extLst>
      <p:ext uri="{BB962C8B-B14F-4D97-AF65-F5344CB8AC3E}">
        <p14:creationId xmlns:p14="http://schemas.microsoft.com/office/powerpoint/2010/main" val="1172576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3381D-2C55-4AEB-80E6-AB7944D4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82600"/>
            <a:ext cx="6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D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6EE5E-56E6-4DD3-9AAA-939E0C95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9525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9FBAB5"/>
                </a:solidFill>
                <a:latin typeface="Arial"/>
                <a:ea typeface="Arial"/>
                <a:cs typeface="Arial"/>
              </a:rPr>
              <a:t>O SEGREDO DE VARGINHA  /  SPRINT 09.10.2026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D29A5-0DDF-402B-8224-9CBD08FB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95300"/>
            <a:ext cx="457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5BD5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18CB2-3532-4D5A-A878-50CE7BB6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64643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6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FFDCE-6654-4F3B-92FB-D2135DD9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4600"/>
            <a:ext cx="109982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Controle, pausa e acessibilidade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7F22B-C97A-444D-98CF-E310729D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0447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Comandos existentes preservados durante o remaster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DE752-4807-4659-ADFE-D531B5D1E6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e00d04c844e1e"/>
          <a:stretch xmlns:a="http://schemas.openxmlformats.org/drawingml/2006/main"/>
        </p:blipFill>
        <p:spPr>
          <a:xfrm xmlns:a="http://schemas.openxmlformats.org/drawingml/2006/main">
            <a:off x="685800" y="2611596"/>
            <a:ext cx="6527800" cy="301910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36C2B-2C61-4EE8-AD84-7CD31C1E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3000"/>
            <a:ext cx="4013200" cy="341630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11232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34C1B-2D94-42E8-8933-B1BC0731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0" y="2628900"/>
            <a:ext cx="50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9A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67EDB-1464-4D6E-ACB6-B4122FE9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2667000"/>
            <a:ext cx="32639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COMANDOS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E8B9B-BD56-412C-BA87-96D0AE9E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3314700"/>
            <a:ext cx="3086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A  →  Confirmar</a:t>
            </a:r>
          </a:p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B  →  Voltar</a:t>
            </a:r>
          </a:p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Start  →  Pausar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07497-5BEA-4E7D-BF0B-535322A6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4660900"/>
            <a:ext cx="30988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Pausa congela a câmera.</a:t>
            </a:r>
          </a:p>
          <a:p xmlns:a="http://schemas.openxmlformats.org/drawingml/2006/main">
            <a:pPr>
              <a:defRPr sz="17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Movimento reduzido respeitado.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38663-9539-4120-A420-41B82679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60325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Teclado e mouse disponíveis  •  Remapeamento, deadzone e vibração opcionais</a:t>
            </a:r>
          </a:p>
        </p:txBody>
      </p:sp>
    </p:spTree>
    <p:extLst>
      <p:ext uri="{BB962C8B-B14F-4D97-AF65-F5344CB8AC3E}">
        <p14:creationId xmlns:p14="http://schemas.microsoft.com/office/powerpoint/2010/main" val="328573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1F7FF-FC0D-4875-BE99-AD9CF875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82600"/>
            <a:ext cx="6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D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2862D-377A-469E-ABA1-FDCBFE56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9525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9FBAB5"/>
                </a:solidFill>
                <a:latin typeface="Arial"/>
                <a:ea typeface="Arial"/>
                <a:cs typeface="Arial"/>
              </a:rPr>
              <a:t>O SEGREDO DE VARGINHA  /  SPRINT 09.10.2026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1CD24-5F3C-427C-B478-B66A27BB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95300"/>
            <a:ext cx="457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5BD5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02DF6-368A-4A6C-A075-BCBC7ADE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64643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6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14991-C4CD-431C-991E-7410BB7B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4600"/>
            <a:ext cx="109982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Validação e estado da entrega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D375E-9D29-4F72-A917-859E12D8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0447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Resultados executados em 8 de outubro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1FFF1-3CE2-4878-95A8-60900C5E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2959100"/>
            <a:ext cx="3517900" cy="92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2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5C9AC"/>
                </a:solidFill>
                <a:latin typeface="Arial"/>
                <a:ea typeface="Arial"/>
                <a:cs typeface="Arial"/>
              </a:rPr>
              <a:t>229/241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C252E-093C-48D1-8C68-8AA084E4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4064000"/>
            <a:ext cx="349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EBD8"/>
                </a:solidFill>
                <a:latin typeface="Arial"/>
                <a:ea typeface="Arial"/>
                <a:cs typeface="Arial"/>
              </a:rPr>
              <a:t>Edit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FCE77-D593-4D94-A7B6-B4081564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959100"/>
            <a:ext cx="3517900" cy="92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2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5C9AC"/>
                </a:solidFill>
                <a:latin typeface="Arial"/>
                <a:ea typeface="Arial"/>
                <a:cs typeface="Arial"/>
              </a:rPr>
              <a:t>47/47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AAF2F-5625-4A44-BE03-5CD9655F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4064000"/>
            <a:ext cx="349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EBD8"/>
                </a:solidFill>
                <a:latin typeface="Arial"/>
                <a:ea typeface="Arial"/>
                <a:cs typeface="Arial"/>
              </a:rPr>
              <a:t>Play Mode da campanha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94A09-A943-4CA9-A329-34701F9E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959100"/>
            <a:ext cx="3517900" cy="92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2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5BD5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CCB4A-3CA6-49E9-839B-B260906E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4064000"/>
            <a:ext cx="349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EBD8"/>
                </a:solidFill>
                <a:latin typeface="Arial"/>
                <a:ea typeface="Arial"/>
                <a:cs typeface="Arial"/>
              </a:rPr>
              <a:t>Falhas herdadas de sprites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D8561-98AC-47E9-82B9-6CC700E0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4965700"/>
            <a:ext cx="106172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As 12 falhas de sprites também ocorreram no código original.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00A1E-E828-4948-A506-217FA3AB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5651500"/>
            <a:ext cx="106680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5C9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C9AC"/>
                </a:solidFill>
                <a:latin typeface="Arial"/>
                <a:ea typeface="Arial"/>
                <a:cs typeface="Arial"/>
              </a:rPr>
              <a:t>Alpha publicada em 07/10. Remaster integrado ao projeto local.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FC7AF-DC4C-4CBE-9F8D-46AB3D22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6096000"/>
            <a:ext cx="1065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4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Entrega: projeto, prints, relatório e aviso sonoro ao concluir.</a:t>
            </a:r>
          </a:p>
        </p:txBody>
      </p:sp>
    </p:spTree>
    <p:extLst>
      <p:ext uri="{BB962C8B-B14F-4D97-AF65-F5344CB8AC3E}">
        <p14:creationId xmlns:p14="http://schemas.microsoft.com/office/powerpoint/2010/main" val="7313512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0CE01-308D-4846-A3BA-451A7083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82600"/>
            <a:ext cx="6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D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6CD83-24AC-41F3-8EF7-C38C7F8A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9525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9FBAB5"/>
                </a:solidFill>
                <a:latin typeface="Arial"/>
                <a:ea typeface="Arial"/>
                <a:cs typeface="Arial"/>
              </a:rPr>
              <a:t>O SEGREDO DE VARGINHA  /  SPRINT 09.10.2026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3A0AE-D1A8-4E43-851B-F8B602FF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95300"/>
            <a:ext cx="457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00" b="1">
                <a:solidFill>
                  <a:srgbClr val="F5BD53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5BD5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D5897-D2AA-46EE-BA25-C5FF5538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64643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6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92FC9-2ED7-4EB1-9BF4-B5F5F22B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4600"/>
            <a:ext cx="109982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Prioridades para a próxima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A934B-9DA2-4FBB-8903-18495D9D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0447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Discussão sobre experiência, validação e próxima publicação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3D0E3-16BC-46D0-89E5-CE7DB95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2882900"/>
            <a:ext cx="10160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O que funcionou bem na direção de câmera?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As transições e o áudio melhoraram a exploração?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00" b="1">
                <a:solidFill>
                  <a:srgbClr val="EEEBD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EEBD8"/>
                </a:solidFill>
                <a:latin typeface="Arial"/>
                <a:ea typeface="Arial"/>
                <a:cs typeface="Arial"/>
              </a:rPr>
              <a:t>Qual ajuste deve vir antes da próxima alpha?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230C9-70C6-468A-A840-395D704E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5765800"/>
            <a:ext cx="100584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D5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67C8A-953E-44A8-852F-59AD8023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19800"/>
            <a:ext cx="1007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00" b="0">
                <a:solidFill>
                  <a:srgbClr val="9FBAB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9FBAB5"/>
                </a:solidFill>
                <a:latin typeface="Arial"/>
                <a:ea typeface="Arial"/>
                <a:cs typeface="Arial"/>
              </a:rPr>
              <a:t>Proposta: revisar contratos dos sprites e validar desempenho e controle físico.</a:t>
            </a:r>
          </a:p>
        </p:txBody>
      </p:sp>
    </p:spTree>
    <p:extLst>
      <p:ext uri="{BB962C8B-B14F-4D97-AF65-F5344CB8AC3E}">
        <p14:creationId xmlns:p14="http://schemas.microsoft.com/office/powerpoint/2010/main" val="1572691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2026-10-08T22:06:16.3170000Z</dcterms:created>
  <dcterms:modified xsi:type="dcterms:W3CDTF">2026-10-08T22:06:16.3170000Z</dcterms:modified>
</coreProperties>
</file>